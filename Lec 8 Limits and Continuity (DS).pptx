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405" r:id="rId3"/>
    <p:sldId id="414" r:id="rId4"/>
    <p:sldId id="409" r:id="rId5"/>
    <p:sldId id="407" r:id="rId6"/>
    <p:sldId id="406" r:id="rId7"/>
    <p:sldId id="408" r:id="rId8"/>
    <p:sldId id="41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D"/>
    <a:srgbClr val="F6C3AC"/>
    <a:srgbClr val="F8D0BE"/>
    <a:srgbClr val="61B39A"/>
    <a:srgbClr val="C1C1FF"/>
    <a:srgbClr val="ABABFF"/>
    <a:srgbClr val="7575FF"/>
    <a:srgbClr val="CFE1B1"/>
    <a:srgbClr val="48E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image" Target="../media/image110.png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D1B7B-D488-4025-8BDC-D2B31A959592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66D6FF1-8610-446E-9197-10DBB131E02E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m:oMathPara>
              </a14:m>
              <a:endParaRPr lang="en-US" dirty="0"/>
            </a:p>
          </dgm:t>
        </dgm:pt>
      </mc:Choice>
      <mc:Fallback xmlns="">
        <dgm:pt modelId="{566D6FF1-8610-446E-9197-10DBB131E02E}">
          <dgm:prSet phldrT="[Text]"/>
          <dgm:spPr/>
          <dgm:t>
            <a:bodyPr/>
            <a:lstStyle/>
            <a:p>
              <a:r>
                <a:rPr lang="en-US" i="0">
                  <a:latin typeface="Cambria Math" panose="02040503050406030204" pitchFamily="18" charset="0"/>
                </a:rPr>
                <a:t>lim┬((𝑥,𝑦)→(𝑥_0,𝑦_0 ) )⁡〖𝑓(𝑥,𝑦)</a:t>
              </a:r>
              <a:r>
                <a:rPr lang="en-US" b="0" i="0">
                  <a:latin typeface="Cambria Math" panose="02040503050406030204" pitchFamily="18" charset="0"/>
                </a:rPr>
                <a:t>/𝑔(𝑥,𝑦) 〗</a:t>
              </a:r>
              <a:endParaRPr lang="en-US" dirty="0"/>
            </a:p>
          </dgm:t>
        </dgm:pt>
      </mc:Fallback>
    </mc:AlternateContent>
    <dgm:pt modelId="{2BD8BBA6-776F-4BEF-A55A-E64C61A5DE37}" type="parTrans" cxnId="{2B2E7272-EDD3-441B-AA26-0E660A661D57}">
      <dgm:prSet/>
      <dgm:spPr/>
      <dgm:t>
        <a:bodyPr/>
        <a:lstStyle/>
        <a:p>
          <a:endParaRPr lang="en-US"/>
        </a:p>
      </dgm:t>
    </dgm:pt>
    <dgm:pt modelId="{F3F6323A-C868-4CF5-AF12-71306DF16F4B}" type="sibTrans" cxnId="{2B2E7272-EDD3-441B-AA26-0E660A661D5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5E55B54-47CB-461E-9D0B-47CA53DAE7A7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i="1" smtClean="0"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e>
                  </m:d>
                  <m:r>
                    <a:rPr lang="en-US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≠</m:t>
                  </m:r>
                  <m:r>
                    <a:rPr lang="en-US" b="0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0</m:t>
                  </m:r>
                </m:oMath>
              </a14:m>
              <a:r>
                <a:rPr lang="en-US" dirty="0"/>
                <a:t> and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𝑔</m:t>
                  </m:r>
                  <m:d>
                    <m:d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e>
                  </m:d>
                  <m:r>
                    <a:rPr lang="en-US" b="0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≠0</m:t>
                  </m:r>
                </m:oMath>
              </a14:m>
              <a:endParaRPr lang="en-US" dirty="0"/>
            </a:p>
          </dgm:t>
        </dgm:pt>
      </mc:Choice>
      <mc:Fallback xmlns="">
        <dgm:pt modelId="{25E55B54-47CB-461E-9D0B-47CA53DAE7A7}">
          <dgm:prSet phldrT="[Text]"/>
          <dgm:spPr/>
          <dgm:t>
            <a:bodyPr/>
            <a:lstStyle/>
            <a:p>
              <a:r>
                <a:rPr lang="en-US" i="0">
                  <a:latin typeface="Cambria Math" panose="02040503050406030204" pitchFamily="18" charset="0"/>
                </a:rPr>
                <a:t>𝑓(𝑥_0,𝑦_0 )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≠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r>
                <a:rPr lang="en-US" dirty="0"/>
                <a:t> and </a:t>
              </a:r>
              <a:r>
                <a:rPr lang="en-US" b="0" i="0">
                  <a:latin typeface="Cambria Math" panose="02040503050406030204" pitchFamily="18" charset="0"/>
                </a:rPr>
                <a:t>𝑔</a:t>
              </a:r>
              <a:r>
                <a:rPr lang="en-US" i="0">
                  <a:latin typeface="Cambria Math" panose="02040503050406030204" pitchFamily="18" charset="0"/>
                </a:rPr>
                <a:t>(𝑥_0,𝑦_0 )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≠0</a:t>
              </a:r>
              <a:endParaRPr lang="en-US" dirty="0"/>
            </a:p>
          </dgm:t>
        </dgm:pt>
      </mc:Fallback>
    </mc:AlternateContent>
    <dgm:pt modelId="{F14DD518-4AB8-437F-8CC0-E5A934B787A9}" type="parTrans" cxnId="{4C0A440A-476B-449D-AB5B-C70AC0B32DFA}">
      <dgm:prSet/>
      <dgm:spPr/>
      <dgm:t>
        <a:bodyPr/>
        <a:lstStyle/>
        <a:p>
          <a:endParaRPr lang="en-US"/>
        </a:p>
      </dgm:t>
    </dgm:pt>
    <dgm:pt modelId="{86FC0F46-A222-440B-8392-0563E516221E}" type="sibTrans" cxnId="{4C0A440A-476B-449D-AB5B-C70AC0B32DF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487E05C-AD43-4B57-86D1-740D4B4E7562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m:oMathPara>
              </a14:m>
              <a:endParaRPr lang="en-US" dirty="0"/>
            </a:p>
          </dgm:t>
        </dgm:pt>
      </mc:Choice>
      <mc:Fallback xmlns="">
        <dgm:pt modelId="{E487E05C-AD43-4B57-86D1-740D4B4E7562}">
          <dgm:prSet phldrT="[Text]"/>
          <dgm:spPr/>
          <dgm:t>
            <a:bodyPr/>
            <a:lstStyle/>
            <a:p>
              <a:r>
                <a:rPr lang="en-US" i="0">
                  <a:latin typeface="Cambria Math" panose="02040503050406030204" pitchFamily="18" charset="0"/>
                </a:rPr>
                <a:t>𝑓(𝑥_0,𝑦_0 )</a:t>
              </a:r>
              <a:r>
                <a:rPr lang="en-US" b="0" i="0">
                  <a:latin typeface="Cambria Math" panose="02040503050406030204" pitchFamily="18" charset="0"/>
                </a:rPr>
                <a:t>/𝑔(</a:t>
              </a:r>
              <a:r>
                <a:rPr lang="en-US" i="0">
                  <a:latin typeface="Cambria Math" panose="02040503050406030204" pitchFamily="18" charset="0"/>
                </a:rPr>
                <a:t>𝑥_0,𝑦_0 )</a:t>
              </a:r>
              <a:r>
                <a:rPr lang="en-US" b="0" i="0">
                  <a:latin typeface="Cambria Math" panose="02040503050406030204" pitchFamily="18" charset="0"/>
                </a:rPr>
                <a:t> </a:t>
              </a:r>
              <a:endParaRPr lang="en-US" dirty="0"/>
            </a:p>
          </dgm:t>
        </dgm:pt>
      </mc:Fallback>
    </mc:AlternateContent>
    <dgm:pt modelId="{ED5C7007-C4BB-4523-B914-D459EB9CCCE3}" type="parTrans" cxnId="{DFDAEF58-F0AE-408F-9E33-AC1B82428A36}">
      <dgm:prSet/>
      <dgm:spPr/>
      <dgm:t>
        <a:bodyPr/>
        <a:lstStyle/>
        <a:p>
          <a:endParaRPr lang="en-US"/>
        </a:p>
      </dgm:t>
    </dgm:pt>
    <dgm:pt modelId="{E3419A72-A2A8-4E75-B29A-CE15B247FFA7}" type="sibTrans" cxnId="{DFDAEF58-F0AE-408F-9E33-AC1B82428A3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DD85B59-084A-498E-9BA5-7FD05EEA90C6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m:oMathPara>
              </a14:m>
              <a:endParaRPr lang="en-US" dirty="0"/>
            </a:p>
          </dgm:t>
        </dgm:pt>
      </mc:Choice>
      <mc:Fallback xmlns="">
        <dgm:pt modelId="{5DD85B59-084A-498E-9BA5-7FD05EEA90C6}">
          <dgm:prSet phldrT="[Text]"/>
          <dgm:spPr/>
          <dgm:t>
            <a:bodyPr/>
            <a:lstStyle/>
            <a:p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(</a:t>
              </a:r>
              <a:r>
                <a:rPr lang="en-US" i="0">
                  <a:latin typeface="Cambria Math" panose="02040503050406030204" pitchFamily="18" charset="0"/>
                </a:rPr>
                <a:t>𝑓(𝑥_0,𝑦_0 )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≠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0)/(</a:t>
              </a:r>
              <a:r>
                <a:rPr lang="en-US" b="0" i="0">
                  <a:latin typeface="Cambria Math" panose="02040503050406030204" pitchFamily="18" charset="0"/>
                </a:rPr>
                <a:t>𝑔(𝑥,𝑦)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→</a:t>
              </a:r>
              <a:r>
                <a:rPr lang="en-US" b="0" i="0">
                  <a:latin typeface="Cambria Math" panose="02040503050406030204" pitchFamily="18" charset="0"/>
                </a:rPr>
                <a:t>0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)</a:t>
              </a:r>
              <a:endParaRPr lang="en-US" dirty="0"/>
            </a:p>
          </dgm:t>
        </dgm:pt>
      </mc:Fallback>
    </mc:AlternateContent>
    <dgm:pt modelId="{1E0D4BB6-14A2-446D-A104-043B7750CFBD}" type="parTrans" cxnId="{00B007AA-52D3-4FBB-94DF-904FA63AA5A3}">
      <dgm:prSet/>
      <dgm:spPr/>
      <dgm:t>
        <a:bodyPr/>
        <a:lstStyle/>
        <a:p>
          <a:endParaRPr lang="en-US"/>
        </a:p>
      </dgm:t>
    </dgm:pt>
    <dgm:pt modelId="{282C51C5-A6D1-44D6-A5D9-ECFAB0B0D87D}" type="sibTrans" cxnId="{00B007AA-52D3-4FBB-94DF-904FA63AA5A3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B8C7451-1886-480A-BF32-BCFB05C0F822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→±∞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AB8C7451-1886-480A-BF32-BCFB05C0F822}">
          <dgm:prSet phldrT="[Text]"/>
          <dgm:spPr/>
          <dgm:t>
            <a:bodyPr/>
            <a:lstStyle/>
            <a:p>
              <a:r>
                <a:rPr lang="en-US" i="0">
                  <a:latin typeface="Cambria Math" panose="02040503050406030204" pitchFamily="18" charset="0"/>
                </a:rPr>
                <a:t>𝑓(𝑥,𝑦)</a:t>
              </a:r>
              <a:r>
                <a:rPr lang="en-US" b="0" i="0">
                  <a:latin typeface="Cambria Math" panose="02040503050406030204" pitchFamily="18" charset="0"/>
                </a:rPr>
                <a:t>/𝑔(𝑥,𝑦) 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→±∞</a:t>
              </a:r>
              <a:endParaRPr lang="en-US" dirty="0"/>
            </a:p>
          </dgm:t>
        </dgm:pt>
      </mc:Fallback>
    </mc:AlternateContent>
    <dgm:pt modelId="{1C6061CF-EB56-48FE-95FF-4D7E471C64C2}" type="parTrans" cxnId="{476EADF2-E176-49E0-9AA4-58991B2B3014}">
      <dgm:prSet/>
      <dgm:spPr/>
      <dgm:t>
        <a:bodyPr/>
        <a:lstStyle/>
        <a:p>
          <a:endParaRPr lang="en-US"/>
        </a:p>
      </dgm:t>
    </dgm:pt>
    <dgm:pt modelId="{86215944-4812-46F1-A5FD-68430ACEB567}" type="sibTrans" cxnId="{476EADF2-E176-49E0-9AA4-58991B2B301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DAE9F75-DB3D-4D5D-BD42-35F346A110E2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m:oMathPara>
              </a14:m>
              <a:endParaRPr lang="en-US" dirty="0"/>
            </a:p>
          </dgm:t>
        </dgm:pt>
      </mc:Choice>
      <mc:Fallback xmlns="">
        <dgm:pt modelId="{4DAE9F75-DB3D-4D5D-BD42-35F346A110E2}">
          <dgm:prSet/>
          <dgm:spPr/>
          <dgm:t>
            <a:bodyPr/>
            <a:lstStyle/>
            <a:p>
              <a:r>
                <a:rPr lang="en-US" b="0" i="0">
                  <a:latin typeface="Cambria Math" panose="02040503050406030204" pitchFamily="18" charset="0"/>
                </a:rPr>
                <a:t>(</a:t>
              </a:r>
              <a:r>
                <a:rPr lang="en-US" i="0">
                  <a:latin typeface="Cambria Math" panose="02040503050406030204" pitchFamily="18" charset="0"/>
                </a:rPr>
                <a:t>𝑓(𝑥,𝑦)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→</a:t>
              </a:r>
              <a:r>
                <a:rPr lang="en-US" b="0" i="0">
                  <a:latin typeface="Cambria Math" panose="02040503050406030204" pitchFamily="18" charset="0"/>
                </a:rPr>
                <a:t>0)/(𝑔(𝑥,𝑦)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→</a:t>
              </a:r>
              <a:r>
                <a:rPr lang="en-US" b="0" i="0">
                  <a:latin typeface="Cambria Math" panose="02040503050406030204" pitchFamily="18" charset="0"/>
                </a:rPr>
                <a:t>0)</a:t>
              </a:r>
              <a:endParaRPr lang="en-US" dirty="0"/>
            </a:p>
          </dgm:t>
        </dgm:pt>
      </mc:Fallback>
    </mc:AlternateContent>
    <dgm:pt modelId="{095FFE2A-3DD7-4DBC-8FBA-3564BD026B67}" type="parTrans" cxnId="{D3F07806-D28B-4B13-AC56-ED3E8D3C6693}">
      <dgm:prSet/>
      <dgm:spPr/>
      <dgm:t>
        <a:bodyPr/>
        <a:lstStyle/>
        <a:p>
          <a:endParaRPr lang="en-US"/>
        </a:p>
      </dgm:t>
    </dgm:pt>
    <dgm:pt modelId="{7BD618A4-46CC-4087-AA20-885233D1E47B}" type="sibTrans" cxnId="{D3F07806-D28B-4B13-AC56-ED3E8D3C6693}">
      <dgm:prSet/>
      <dgm:spPr/>
      <dgm:t>
        <a:bodyPr/>
        <a:lstStyle/>
        <a:p>
          <a:endParaRPr lang="en-US"/>
        </a:p>
      </dgm:t>
    </dgm:pt>
    <dgm:pt modelId="{62ACBA73-295B-48D4-9840-D0D33D0D674C}">
      <dgm:prSet/>
      <dgm:spPr/>
      <dgm:t>
        <a:bodyPr/>
        <a:lstStyle/>
        <a:p>
          <a:r>
            <a:rPr lang="en-US" dirty="0"/>
            <a:t>Limits along curves</a:t>
          </a:r>
        </a:p>
        <a:p>
          <a:r>
            <a:rPr lang="en-US" dirty="0"/>
            <a:t>(Curves will be specified in this case)</a:t>
          </a:r>
        </a:p>
      </dgm:t>
    </dgm:pt>
    <dgm:pt modelId="{B05B533A-098E-44ED-BD22-A2DB2D7C0FEA}" type="parTrans" cxnId="{C0BFED28-C8EC-47B4-BEDD-3899FA7FA5C9}">
      <dgm:prSet/>
      <dgm:spPr/>
      <dgm:t>
        <a:bodyPr/>
        <a:lstStyle/>
        <a:p>
          <a:endParaRPr lang="en-US"/>
        </a:p>
      </dgm:t>
    </dgm:pt>
    <dgm:pt modelId="{FB81BA67-EB64-429A-B7CF-4C9F17E5E8CA}" type="sibTrans" cxnId="{C0BFED28-C8EC-47B4-BEDD-3899FA7FA5C9}">
      <dgm:prSet/>
      <dgm:spPr/>
      <dgm:t>
        <a:bodyPr/>
        <a:lstStyle/>
        <a:p>
          <a:endParaRPr lang="en-US"/>
        </a:p>
      </dgm:t>
    </dgm:pt>
    <dgm:pt modelId="{C4F0B1F5-10FE-4192-8AF9-DBEBFC931E1D}">
      <dgm:prSet/>
      <dgm:spPr/>
      <dgm:t>
        <a:bodyPr/>
        <a:lstStyle/>
        <a:p>
          <a:r>
            <a:rPr lang="en-US" dirty="0"/>
            <a:t>Factorize and rationalize to  remove zero denominator</a:t>
          </a:r>
        </a:p>
      </dgm:t>
    </dgm:pt>
    <dgm:pt modelId="{7B43A2C2-E497-47FC-B16D-B1E74AF863AC}" type="parTrans" cxnId="{5CE7D1EF-22EA-4775-B1CB-2755C4DED589}">
      <dgm:prSet/>
      <dgm:spPr/>
      <dgm:t>
        <a:bodyPr/>
        <a:lstStyle/>
        <a:p>
          <a:endParaRPr lang="en-US"/>
        </a:p>
      </dgm:t>
    </dgm:pt>
    <dgm:pt modelId="{C6327F9E-A243-44C7-8631-F69A95BB6654}" type="sibTrans" cxnId="{5CE7D1EF-22EA-4775-B1CB-2755C4DED589}">
      <dgm:prSet/>
      <dgm:spPr/>
      <dgm:t>
        <a:bodyPr/>
        <a:lstStyle/>
        <a:p>
          <a:endParaRPr lang="en-US"/>
        </a:p>
      </dgm:t>
    </dgm:pt>
    <dgm:pt modelId="{5AD3EFF3-4CC9-4DA6-9447-D3E02971F6CA}" type="pres">
      <dgm:prSet presAssocID="{C0CD1B7B-D488-4025-8BDC-D2B31A95959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2351DDF-0E53-4268-A174-555E76E5C1ED}" type="pres">
      <dgm:prSet presAssocID="{C0CD1B7B-D488-4025-8BDC-D2B31A959592}" presName="hierFlow" presStyleCnt="0"/>
      <dgm:spPr/>
    </dgm:pt>
    <dgm:pt modelId="{565B3865-1218-4379-A721-9B7324FE72D5}" type="pres">
      <dgm:prSet presAssocID="{C0CD1B7B-D488-4025-8BDC-D2B31A95959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6A19CBD-B555-4B6A-8DB0-0271CF8E704B}" type="pres">
      <dgm:prSet presAssocID="{566D6FF1-8610-446E-9197-10DBB131E02E}" presName="Name17" presStyleCnt="0"/>
      <dgm:spPr/>
    </dgm:pt>
    <dgm:pt modelId="{A2EE736C-7F33-49C4-8490-73047A908994}" type="pres">
      <dgm:prSet presAssocID="{566D6FF1-8610-446E-9197-10DBB131E02E}" presName="level1Shape" presStyleLbl="node0" presStyleIdx="0" presStyleCnt="1" custScaleX="116393">
        <dgm:presLayoutVars>
          <dgm:chPref val="3"/>
        </dgm:presLayoutVars>
      </dgm:prSet>
      <dgm:spPr/>
    </dgm:pt>
    <dgm:pt modelId="{3E9901DC-D079-442A-9EC5-63E888857FF2}" type="pres">
      <dgm:prSet presAssocID="{566D6FF1-8610-446E-9197-10DBB131E02E}" presName="hierChild2" presStyleCnt="0"/>
      <dgm:spPr/>
    </dgm:pt>
    <dgm:pt modelId="{23685C3E-7CF2-4842-9CBF-4DB5F8746123}" type="pres">
      <dgm:prSet presAssocID="{F14DD518-4AB8-437F-8CC0-E5A934B787A9}" presName="Name25" presStyleLbl="parChTrans1D2" presStyleIdx="0" presStyleCnt="3"/>
      <dgm:spPr/>
    </dgm:pt>
    <dgm:pt modelId="{DCA750E7-013B-49FC-92D2-3A0955E52F0E}" type="pres">
      <dgm:prSet presAssocID="{F14DD518-4AB8-437F-8CC0-E5A934B787A9}" presName="connTx" presStyleLbl="parChTrans1D2" presStyleIdx="0" presStyleCnt="3"/>
      <dgm:spPr/>
    </dgm:pt>
    <dgm:pt modelId="{E91851BF-44FF-4522-B2A9-DA64742C2B6D}" type="pres">
      <dgm:prSet presAssocID="{25E55B54-47CB-461E-9D0B-47CA53DAE7A7}" presName="Name30" presStyleCnt="0"/>
      <dgm:spPr/>
    </dgm:pt>
    <dgm:pt modelId="{4FC10E29-D8E9-4C65-B1B2-B85331255B35}" type="pres">
      <dgm:prSet presAssocID="{25E55B54-47CB-461E-9D0B-47CA53DAE7A7}" presName="level2Shape" presStyleLbl="node2" presStyleIdx="0" presStyleCnt="3" custScaleX="110007"/>
      <dgm:spPr/>
    </dgm:pt>
    <dgm:pt modelId="{798000C8-BEA0-47A5-A0EB-50AC89F6C168}" type="pres">
      <dgm:prSet presAssocID="{25E55B54-47CB-461E-9D0B-47CA53DAE7A7}" presName="hierChild3" presStyleCnt="0"/>
      <dgm:spPr/>
    </dgm:pt>
    <dgm:pt modelId="{E741881B-4C66-47C8-BB25-25EE1DA8F6BB}" type="pres">
      <dgm:prSet presAssocID="{ED5C7007-C4BB-4523-B914-D459EB9CCCE3}" presName="Name25" presStyleLbl="parChTrans1D3" presStyleIdx="0" presStyleCnt="4"/>
      <dgm:spPr/>
    </dgm:pt>
    <dgm:pt modelId="{604C3FFE-3613-448E-809A-AEEDB6E9808B}" type="pres">
      <dgm:prSet presAssocID="{ED5C7007-C4BB-4523-B914-D459EB9CCCE3}" presName="connTx" presStyleLbl="parChTrans1D3" presStyleIdx="0" presStyleCnt="4"/>
      <dgm:spPr/>
    </dgm:pt>
    <dgm:pt modelId="{7249AA93-08F5-4E8C-BCC6-B949EC168279}" type="pres">
      <dgm:prSet presAssocID="{E487E05C-AD43-4B57-86D1-740D4B4E7562}" presName="Name30" presStyleCnt="0"/>
      <dgm:spPr/>
    </dgm:pt>
    <dgm:pt modelId="{ABC64802-38C0-4F82-800C-F69BCE5D2A97}" type="pres">
      <dgm:prSet presAssocID="{E487E05C-AD43-4B57-86D1-740D4B4E7562}" presName="level2Shape" presStyleLbl="node3" presStyleIdx="0" presStyleCnt="4"/>
      <dgm:spPr/>
    </dgm:pt>
    <dgm:pt modelId="{8115EC9A-EFF1-4EBB-8714-518A18879AB9}" type="pres">
      <dgm:prSet presAssocID="{E487E05C-AD43-4B57-86D1-740D4B4E7562}" presName="hierChild3" presStyleCnt="0"/>
      <dgm:spPr/>
    </dgm:pt>
    <dgm:pt modelId="{990D7368-206E-44AB-A6EA-00FA651B83B8}" type="pres">
      <dgm:prSet presAssocID="{095FFE2A-3DD7-4DBC-8FBA-3564BD026B67}" presName="Name25" presStyleLbl="parChTrans1D2" presStyleIdx="1" presStyleCnt="3"/>
      <dgm:spPr/>
    </dgm:pt>
    <dgm:pt modelId="{5C0599FF-9956-4756-B3B1-07BF316FAA5C}" type="pres">
      <dgm:prSet presAssocID="{095FFE2A-3DD7-4DBC-8FBA-3564BD026B67}" presName="connTx" presStyleLbl="parChTrans1D2" presStyleIdx="1" presStyleCnt="3"/>
      <dgm:spPr/>
    </dgm:pt>
    <dgm:pt modelId="{CE78034A-4BAA-4FB3-8500-243E2554EF3E}" type="pres">
      <dgm:prSet presAssocID="{4DAE9F75-DB3D-4D5D-BD42-35F346A110E2}" presName="Name30" presStyleCnt="0"/>
      <dgm:spPr/>
    </dgm:pt>
    <dgm:pt modelId="{EEEFAF0C-DB65-4182-BFF8-072AB77BD737}" type="pres">
      <dgm:prSet presAssocID="{4DAE9F75-DB3D-4D5D-BD42-35F346A110E2}" presName="level2Shape" presStyleLbl="node2" presStyleIdx="1" presStyleCnt="3"/>
      <dgm:spPr/>
    </dgm:pt>
    <dgm:pt modelId="{CCD7C24A-39F2-4853-BB01-DF188DA52584}" type="pres">
      <dgm:prSet presAssocID="{4DAE9F75-DB3D-4D5D-BD42-35F346A110E2}" presName="hierChild3" presStyleCnt="0"/>
      <dgm:spPr/>
    </dgm:pt>
    <dgm:pt modelId="{D07A3DC2-2F40-4691-921D-A00492B321C3}" type="pres">
      <dgm:prSet presAssocID="{7B43A2C2-E497-47FC-B16D-B1E74AF863AC}" presName="Name25" presStyleLbl="parChTrans1D3" presStyleIdx="1" presStyleCnt="4"/>
      <dgm:spPr/>
    </dgm:pt>
    <dgm:pt modelId="{DAD78091-1527-46C5-9837-4FAAAC481DB6}" type="pres">
      <dgm:prSet presAssocID="{7B43A2C2-E497-47FC-B16D-B1E74AF863AC}" presName="connTx" presStyleLbl="parChTrans1D3" presStyleIdx="1" presStyleCnt="4"/>
      <dgm:spPr/>
    </dgm:pt>
    <dgm:pt modelId="{5B32C832-8045-43B9-8B4D-4E2B229DF740}" type="pres">
      <dgm:prSet presAssocID="{C4F0B1F5-10FE-4192-8AF9-DBEBFC931E1D}" presName="Name30" presStyleCnt="0"/>
      <dgm:spPr/>
    </dgm:pt>
    <dgm:pt modelId="{4539FD97-6532-4601-A2B9-2279E0034E8D}" type="pres">
      <dgm:prSet presAssocID="{C4F0B1F5-10FE-4192-8AF9-DBEBFC931E1D}" presName="level2Shape" presStyleLbl="node3" presStyleIdx="1" presStyleCnt="4" custScaleX="147072"/>
      <dgm:spPr/>
    </dgm:pt>
    <dgm:pt modelId="{F85773B5-D604-4947-93A1-985B9A7B31E9}" type="pres">
      <dgm:prSet presAssocID="{C4F0B1F5-10FE-4192-8AF9-DBEBFC931E1D}" presName="hierChild3" presStyleCnt="0"/>
      <dgm:spPr/>
    </dgm:pt>
    <dgm:pt modelId="{AF232BF2-330E-43FC-84FF-6CF14C51F126}" type="pres">
      <dgm:prSet presAssocID="{B05B533A-098E-44ED-BD22-A2DB2D7C0FEA}" presName="Name25" presStyleLbl="parChTrans1D3" presStyleIdx="2" presStyleCnt="4"/>
      <dgm:spPr/>
    </dgm:pt>
    <dgm:pt modelId="{FE33EFFF-AD9E-4F90-954C-80F9B41A8E84}" type="pres">
      <dgm:prSet presAssocID="{B05B533A-098E-44ED-BD22-A2DB2D7C0FEA}" presName="connTx" presStyleLbl="parChTrans1D3" presStyleIdx="2" presStyleCnt="4"/>
      <dgm:spPr/>
    </dgm:pt>
    <dgm:pt modelId="{DE474CE8-D918-4C9E-886C-103FC60E617D}" type="pres">
      <dgm:prSet presAssocID="{62ACBA73-295B-48D4-9840-D0D33D0D674C}" presName="Name30" presStyleCnt="0"/>
      <dgm:spPr/>
    </dgm:pt>
    <dgm:pt modelId="{C7C9F5C8-A5DE-4430-A4BB-66973F55BAEC}" type="pres">
      <dgm:prSet presAssocID="{62ACBA73-295B-48D4-9840-D0D33D0D674C}" presName="level2Shape" presStyleLbl="node3" presStyleIdx="2" presStyleCnt="4" custScaleX="123395"/>
      <dgm:spPr/>
    </dgm:pt>
    <dgm:pt modelId="{B0F335FD-E995-46E5-A41D-490B689FAA2F}" type="pres">
      <dgm:prSet presAssocID="{62ACBA73-295B-48D4-9840-D0D33D0D674C}" presName="hierChild3" presStyleCnt="0"/>
      <dgm:spPr/>
    </dgm:pt>
    <dgm:pt modelId="{F11EB57B-1137-4B8A-AD80-900FBA4FE75B}" type="pres">
      <dgm:prSet presAssocID="{1E0D4BB6-14A2-446D-A104-043B7750CFBD}" presName="Name25" presStyleLbl="parChTrans1D2" presStyleIdx="2" presStyleCnt="3"/>
      <dgm:spPr/>
    </dgm:pt>
    <dgm:pt modelId="{F15DC4AF-142E-436A-857E-3DF779FFF8FA}" type="pres">
      <dgm:prSet presAssocID="{1E0D4BB6-14A2-446D-A104-043B7750CFBD}" presName="connTx" presStyleLbl="parChTrans1D2" presStyleIdx="2" presStyleCnt="3"/>
      <dgm:spPr/>
    </dgm:pt>
    <dgm:pt modelId="{BE599BC5-5050-4B65-A9F9-851B778E9F2B}" type="pres">
      <dgm:prSet presAssocID="{5DD85B59-084A-498E-9BA5-7FD05EEA90C6}" presName="Name30" presStyleCnt="0"/>
      <dgm:spPr/>
    </dgm:pt>
    <dgm:pt modelId="{37F110D1-1BEC-4DC0-A0C8-4A59B011EF7F}" type="pres">
      <dgm:prSet presAssocID="{5DD85B59-084A-498E-9BA5-7FD05EEA90C6}" presName="level2Shape" presStyleLbl="node2" presStyleIdx="2" presStyleCnt="3"/>
      <dgm:spPr/>
    </dgm:pt>
    <dgm:pt modelId="{B2E41822-393A-4A02-9A54-A43FD4E1D4C2}" type="pres">
      <dgm:prSet presAssocID="{5DD85B59-084A-498E-9BA5-7FD05EEA90C6}" presName="hierChild3" presStyleCnt="0"/>
      <dgm:spPr/>
    </dgm:pt>
    <dgm:pt modelId="{6CBEC10E-1D78-4082-88CB-91660812BBDB}" type="pres">
      <dgm:prSet presAssocID="{1C6061CF-EB56-48FE-95FF-4D7E471C64C2}" presName="Name25" presStyleLbl="parChTrans1D3" presStyleIdx="3" presStyleCnt="4"/>
      <dgm:spPr/>
    </dgm:pt>
    <dgm:pt modelId="{72AF6913-74C4-4EB9-BF45-390672E0424A}" type="pres">
      <dgm:prSet presAssocID="{1C6061CF-EB56-48FE-95FF-4D7E471C64C2}" presName="connTx" presStyleLbl="parChTrans1D3" presStyleIdx="3" presStyleCnt="4"/>
      <dgm:spPr/>
    </dgm:pt>
    <dgm:pt modelId="{0AAB0DCF-A323-41CA-B0EA-FAEDADA58735}" type="pres">
      <dgm:prSet presAssocID="{AB8C7451-1886-480A-BF32-BCFB05C0F822}" presName="Name30" presStyleCnt="0"/>
      <dgm:spPr/>
    </dgm:pt>
    <dgm:pt modelId="{51CFE6A2-8463-4F9D-8CE0-FA747F46DC69}" type="pres">
      <dgm:prSet presAssocID="{AB8C7451-1886-480A-BF32-BCFB05C0F822}" presName="level2Shape" presStyleLbl="node3" presStyleIdx="3" presStyleCnt="4"/>
      <dgm:spPr/>
    </dgm:pt>
    <dgm:pt modelId="{87ED462A-62D6-40E6-B24E-47DC3F364705}" type="pres">
      <dgm:prSet presAssocID="{AB8C7451-1886-480A-BF32-BCFB05C0F822}" presName="hierChild3" presStyleCnt="0"/>
      <dgm:spPr/>
    </dgm:pt>
    <dgm:pt modelId="{309D5815-F85F-4091-B5AC-43F256349628}" type="pres">
      <dgm:prSet presAssocID="{C0CD1B7B-D488-4025-8BDC-D2B31A959592}" presName="bgShapesFlow" presStyleCnt="0"/>
      <dgm:spPr/>
    </dgm:pt>
  </dgm:ptLst>
  <dgm:cxnLst>
    <dgm:cxn modelId="{F5DE3C00-F5E1-4282-8067-69BFF8459BFD}" type="presOf" srcId="{B05B533A-098E-44ED-BD22-A2DB2D7C0FEA}" destId="{AF232BF2-330E-43FC-84FF-6CF14C51F126}" srcOrd="0" destOrd="0" presId="urn:microsoft.com/office/officeart/2005/8/layout/hierarchy5"/>
    <dgm:cxn modelId="{D3F07806-D28B-4B13-AC56-ED3E8D3C6693}" srcId="{566D6FF1-8610-446E-9197-10DBB131E02E}" destId="{4DAE9F75-DB3D-4D5D-BD42-35F346A110E2}" srcOrd="1" destOrd="0" parTransId="{095FFE2A-3DD7-4DBC-8FBA-3564BD026B67}" sibTransId="{7BD618A4-46CC-4087-AA20-885233D1E47B}"/>
    <dgm:cxn modelId="{4C0A440A-476B-449D-AB5B-C70AC0B32DFA}" srcId="{566D6FF1-8610-446E-9197-10DBB131E02E}" destId="{25E55B54-47CB-461E-9D0B-47CA53DAE7A7}" srcOrd="0" destOrd="0" parTransId="{F14DD518-4AB8-437F-8CC0-E5A934B787A9}" sibTransId="{86FC0F46-A222-440B-8392-0563E516221E}"/>
    <dgm:cxn modelId="{3700A10B-DEE0-419A-B34E-A1FAE6A0AC66}" type="presOf" srcId="{C0CD1B7B-D488-4025-8BDC-D2B31A959592}" destId="{5AD3EFF3-4CC9-4DA6-9447-D3E02971F6CA}" srcOrd="0" destOrd="0" presId="urn:microsoft.com/office/officeart/2005/8/layout/hierarchy5"/>
    <dgm:cxn modelId="{F731B016-8C2B-436F-A917-F4EC0CA1156B}" type="presOf" srcId="{095FFE2A-3DD7-4DBC-8FBA-3564BD026B67}" destId="{990D7368-206E-44AB-A6EA-00FA651B83B8}" srcOrd="0" destOrd="0" presId="urn:microsoft.com/office/officeart/2005/8/layout/hierarchy5"/>
    <dgm:cxn modelId="{C0BFED28-C8EC-47B4-BEDD-3899FA7FA5C9}" srcId="{4DAE9F75-DB3D-4D5D-BD42-35F346A110E2}" destId="{62ACBA73-295B-48D4-9840-D0D33D0D674C}" srcOrd="1" destOrd="0" parTransId="{B05B533A-098E-44ED-BD22-A2DB2D7C0FEA}" sibTransId="{FB81BA67-EB64-429A-B7CF-4C9F17E5E8CA}"/>
    <dgm:cxn modelId="{444B9929-174D-4D63-932C-60E202EFB2E2}" type="presOf" srcId="{25E55B54-47CB-461E-9D0B-47CA53DAE7A7}" destId="{4FC10E29-D8E9-4C65-B1B2-B85331255B35}" srcOrd="0" destOrd="0" presId="urn:microsoft.com/office/officeart/2005/8/layout/hierarchy5"/>
    <dgm:cxn modelId="{30536F39-0FD2-4E3A-B5FB-824459DCA78F}" type="presOf" srcId="{B05B533A-098E-44ED-BD22-A2DB2D7C0FEA}" destId="{FE33EFFF-AD9E-4F90-954C-80F9B41A8E84}" srcOrd="1" destOrd="0" presId="urn:microsoft.com/office/officeart/2005/8/layout/hierarchy5"/>
    <dgm:cxn modelId="{9C81B83A-3B11-4924-A1DC-9AFD418BA0B2}" type="presOf" srcId="{1C6061CF-EB56-48FE-95FF-4D7E471C64C2}" destId="{6CBEC10E-1D78-4082-88CB-91660812BBDB}" srcOrd="0" destOrd="0" presId="urn:microsoft.com/office/officeart/2005/8/layout/hierarchy5"/>
    <dgm:cxn modelId="{7B2D0840-FFF1-4C2D-8B0D-71C0D57353E2}" type="presOf" srcId="{AB8C7451-1886-480A-BF32-BCFB05C0F822}" destId="{51CFE6A2-8463-4F9D-8CE0-FA747F46DC69}" srcOrd="0" destOrd="0" presId="urn:microsoft.com/office/officeart/2005/8/layout/hierarchy5"/>
    <dgm:cxn modelId="{8465705D-D7C7-4286-A2BD-26B33B8AEA19}" type="presOf" srcId="{C4F0B1F5-10FE-4192-8AF9-DBEBFC931E1D}" destId="{4539FD97-6532-4601-A2B9-2279E0034E8D}" srcOrd="0" destOrd="0" presId="urn:microsoft.com/office/officeart/2005/8/layout/hierarchy5"/>
    <dgm:cxn modelId="{9E7E6664-6A06-4A9E-A0E2-7B008E0776F6}" type="presOf" srcId="{F14DD518-4AB8-437F-8CC0-E5A934B787A9}" destId="{DCA750E7-013B-49FC-92D2-3A0955E52F0E}" srcOrd="1" destOrd="0" presId="urn:microsoft.com/office/officeart/2005/8/layout/hierarchy5"/>
    <dgm:cxn modelId="{A09A0546-240A-4DB7-9147-CEA72DDD72E5}" type="presOf" srcId="{7B43A2C2-E497-47FC-B16D-B1E74AF863AC}" destId="{D07A3DC2-2F40-4691-921D-A00492B321C3}" srcOrd="0" destOrd="0" presId="urn:microsoft.com/office/officeart/2005/8/layout/hierarchy5"/>
    <dgm:cxn modelId="{A1F6336C-2FF7-418E-83C1-88A819224D1F}" type="presOf" srcId="{ED5C7007-C4BB-4523-B914-D459EB9CCCE3}" destId="{E741881B-4C66-47C8-BB25-25EE1DA8F6BB}" srcOrd="0" destOrd="0" presId="urn:microsoft.com/office/officeart/2005/8/layout/hierarchy5"/>
    <dgm:cxn modelId="{F05F184F-6A4B-4B8A-842E-2133E858903D}" type="presOf" srcId="{566D6FF1-8610-446E-9197-10DBB131E02E}" destId="{A2EE736C-7F33-49C4-8490-73047A908994}" srcOrd="0" destOrd="0" presId="urn:microsoft.com/office/officeart/2005/8/layout/hierarchy5"/>
    <dgm:cxn modelId="{2B2E7272-EDD3-441B-AA26-0E660A661D57}" srcId="{C0CD1B7B-D488-4025-8BDC-D2B31A959592}" destId="{566D6FF1-8610-446E-9197-10DBB131E02E}" srcOrd="0" destOrd="0" parTransId="{2BD8BBA6-776F-4BEF-A55A-E64C61A5DE37}" sibTransId="{F3F6323A-C868-4CF5-AF12-71306DF16F4B}"/>
    <dgm:cxn modelId="{C7029D72-4A4A-4565-8551-1C8F23293E5C}" type="presOf" srcId="{ED5C7007-C4BB-4523-B914-D459EB9CCCE3}" destId="{604C3FFE-3613-448E-809A-AEEDB6E9808B}" srcOrd="1" destOrd="0" presId="urn:microsoft.com/office/officeart/2005/8/layout/hierarchy5"/>
    <dgm:cxn modelId="{3CB70776-12D6-4B23-B161-651197DBDBAE}" type="presOf" srcId="{62ACBA73-295B-48D4-9840-D0D33D0D674C}" destId="{C7C9F5C8-A5DE-4430-A4BB-66973F55BAEC}" srcOrd="0" destOrd="0" presId="urn:microsoft.com/office/officeart/2005/8/layout/hierarchy5"/>
    <dgm:cxn modelId="{5DAA0957-EFC8-4987-892F-826CE892600D}" type="presOf" srcId="{F14DD518-4AB8-437F-8CC0-E5A934B787A9}" destId="{23685C3E-7CF2-4842-9CBF-4DB5F8746123}" srcOrd="0" destOrd="0" presId="urn:microsoft.com/office/officeart/2005/8/layout/hierarchy5"/>
    <dgm:cxn modelId="{DFDAEF58-F0AE-408F-9E33-AC1B82428A36}" srcId="{25E55B54-47CB-461E-9D0B-47CA53DAE7A7}" destId="{E487E05C-AD43-4B57-86D1-740D4B4E7562}" srcOrd="0" destOrd="0" parTransId="{ED5C7007-C4BB-4523-B914-D459EB9CCCE3}" sibTransId="{E3419A72-A2A8-4E75-B29A-CE15B247FFA7}"/>
    <dgm:cxn modelId="{BEA91379-2774-4C00-92F1-4D18A803FC3F}" type="presOf" srcId="{E487E05C-AD43-4B57-86D1-740D4B4E7562}" destId="{ABC64802-38C0-4F82-800C-F69BCE5D2A97}" srcOrd="0" destOrd="0" presId="urn:microsoft.com/office/officeart/2005/8/layout/hierarchy5"/>
    <dgm:cxn modelId="{C8493079-9438-4E2D-8395-B539DB63E3F5}" type="presOf" srcId="{7B43A2C2-E497-47FC-B16D-B1E74AF863AC}" destId="{DAD78091-1527-46C5-9837-4FAAAC481DB6}" srcOrd="1" destOrd="0" presId="urn:microsoft.com/office/officeart/2005/8/layout/hierarchy5"/>
    <dgm:cxn modelId="{DA610492-D7EA-4F67-A24E-1FF0A996E717}" type="presOf" srcId="{1C6061CF-EB56-48FE-95FF-4D7E471C64C2}" destId="{72AF6913-74C4-4EB9-BF45-390672E0424A}" srcOrd="1" destOrd="0" presId="urn:microsoft.com/office/officeart/2005/8/layout/hierarchy5"/>
    <dgm:cxn modelId="{CB028C98-62D2-4885-88E9-263EDDA58369}" type="presOf" srcId="{5DD85B59-084A-498E-9BA5-7FD05EEA90C6}" destId="{37F110D1-1BEC-4DC0-A0C8-4A59B011EF7F}" srcOrd="0" destOrd="0" presId="urn:microsoft.com/office/officeart/2005/8/layout/hierarchy5"/>
    <dgm:cxn modelId="{00B007AA-52D3-4FBB-94DF-904FA63AA5A3}" srcId="{566D6FF1-8610-446E-9197-10DBB131E02E}" destId="{5DD85B59-084A-498E-9BA5-7FD05EEA90C6}" srcOrd="2" destOrd="0" parTransId="{1E0D4BB6-14A2-446D-A104-043B7750CFBD}" sibTransId="{282C51C5-A6D1-44D6-A5D9-ECFAB0B0D87D}"/>
    <dgm:cxn modelId="{39AC42B9-2AFA-4E6B-B429-7D5BFC116541}" type="presOf" srcId="{1E0D4BB6-14A2-446D-A104-043B7750CFBD}" destId="{F11EB57B-1137-4B8A-AD80-900FBA4FE75B}" srcOrd="0" destOrd="0" presId="urn:microsoft.com/office/officeart/2005/8/layout/hierarchy5"/>
    <dgm:cxn modelId="{326DA3C5-A80A-47BF-86AD-57321284F2F3}" type="presOf" srcId="{095FFE2A-3DD7-4DBC-8FBA-3564BD026B67}" destId="{5C0599FF-9956-4756-B3B1-07BF316FAA5C}" srcOrd="1" destOrd="0" presId="urn:microsoft.com/office/officeart/2005/8/layout/hierarchy5"/>
    <dgm:cxn modelId="{9F0D40E6-4304-46B9-8BEC-62BA1544CC9A}" type="presOf" srcId="{1E0D4BB6-14A2-446D-A104-043B7750CFBD}" destId="{F15DC4AF-142E-436A-857E-3DF779FFF8FA}" srcOrd="1" destOrd="0" presId="urn:microsoft.com/office/officeart/2005/8/layout/hierarchy5"/>
    <dgm:cxn modelId="{A4F069EB-36B4-4991-A020-C95E2B68257B}" type="presOf" srcId="{4DAE9F75-DB3D-4D5D-BD42-35F346A110E2}" destId="{EEEFAF0C-DB65-4182-BFF8-072AB77BD737}" srcOrd="0" destOrd="0" presId="urn:microsoft.com/office/officeart/2005/8/layout/hierarchy5"/>
    <dgm:cxn modelId="{5CE7D1EF-22EA-4775-B1CB-2755C4DED589}" srcId="{4DAE9F75-DB3D-4D5D-BD42-35F346A110E2}" destId="{C4F0B1F5-10FE-4192-8AF9-DBEBFC931E1D}" srcOrd="0" destOrd="0" parTransId="{7B43A2C2-E497-47FC-B16D-B1E74AF863AC}" sibTransId="{C6327F9E-A243-44C7-8631-F69A95BB6654}"/>
    <dgm:cxn modelId="{476EADF2-E176-49E0-9AA4-58991B2B3014}" srcId="{5DD85B59-084A-498E-9BA5-7FD05EEA90C6}" destId="{AB8C7451-1886-480A-BF32-BCFB05C0F822}" srcOrd="0" destOrd="0" parTransId="{1C6061CF-EB56-48FE-95FF-4D7E471C64C2}" sibTransId="{86215944-4812-46F1-A5FD-68430ACEB567}"/>
    <dgm:cxn modelId="{BD31144D-EDBD-459C-B98C-B48CC46564AF}" type="presParOf" srcId="{5AD3EFF3-4CC9-4DA6-9447-D3E02971F6CA}" destId="{22351DDF-0E53-4268-A174-555E76E5C1ED}" srcOrd="0" destOrd="0" presId="urn:microsoft.com/office/officeart/2005/8/layout/hierarchy5"/>
    <dgm:cxn modelId="{AF48A145-ADD5-4693-B0B7-7A9057D9401B}" type="presParOf" srcId="{22351DDF-0E53-4268-A174-555E76E5C1ED}" destId="{565B3865-1218-4379-A721-9B7324FE72D5}" srcOrd="0" destOrd="0" presId="urn:microsoft.com/office/officeart/2005/8/layout/hierarchy5"/>
    <dgm:cxn modelId="{E9E4F641-BC2B-4B01-B732-B3F7B647D0C9}" type="presParOf" srcId="{565B3865-1218-4379-A721-9B7324FE72D5}" destId="{96A19CBD-B555-4B6A-8DB0-0271CF8E704B}" srcOrd="0" destOrd="0" presId="urn:microsoft.com/office/officeart/2005/8/layout/hierarchy5"/>
    <dgm:cxn modelId="{A3C5F79E-7C61-43BF-9666-035D8DAD4D3F}" type="presParOf" srcId="{96A19CBD-B555-4B6A-8DB0-0271CF8E704B}" destId="{A2EE736C-7F33-49C4-8490-73047A908994}" srcOrd="0" destOrd="0" presId="urn:microsoft.com/office/officeart/2005/8/layout/hierarchy5"/>
    <dgm:cxn modelId="{04FA88B9-EEC2-4F35-9E12-EF082972EE5E}" type="presParOf" srcId="{96A19CBD-B555-4B6A-8DB0-0271CF8E704B}" destId="{3E9901DC-D079-442A-9EC5-63E888857FF2}" srcOrd="1" destOrd="0" presId="urn:microsoft.com/office/officeart/2005/8/layout/hierarchy5"/>
    <dgm:cxn modelId="{F608371C-7869-4D3B-93FF-FC36446D2F05}" type="presParOf" srcId="{3E9901DC-D079-442A-9EC5-63E888857FF2}" destId="{23685C3E-7CF2-4842-9CBF-4DB5F8746123}" srcOrd="0" destOrd="0" presId="urn:microsoft.com/office/officeart/2005/8/layout/hierarchy5"/>
    <dgm:cxn modelId="{A248FEC9-E61B-4556-B8AE-5835C2C74449}" type="presParOf" srcId="{23685C3E-7CF2-4842-9CBF-4DB5F8746123}" destId="{DCA750E7-013B-49FC-92D2-3A0955E52F0E}" srcOrd="0" destOrd="0" presId="urn:microsoft.com/office/officeart/2005/8/layout/hierarchy5"/>
    <dgm:cxn modelId="{53365678-A346-42EA-AEDC-491BF326955F}" type="presParOf" srcId="{3E9901DC-D079-442A-9EC5-63E888857FF2}" destId="{E91851BF-44FF-4522-B2A9-DA64742C2B6D}" srcOrd="1" destOrd="0" presId="urn:microsoft.com/office/officeart/2005/8/layout/hierarchy5"/>
    <dgm:cxn modelId="{C6F58B55-854F-4941-93E6-4AC4847BE471}" type="presParOf" srcId="{E91851BF-44FF-4522-B2A9-DA64742C2B6D}" destId="{4FC10E29-D8E9-4C65-B1B2-B85331255B35}" srcOrd="0" destOrd="0" presId="urn:microsoft.com/office/officeart/2005/8/layout/hierarchy5"/>
    <dgm:cxn modelId="{CC5A5A9A-3998-4970-AB5B-C12A29DBE98E}" type="presParOf" srcId="{E91851BF-44FF-4522-B2A9-DA64742C2B6D}" destId="{798000C8-BEA0-47A5-A0EB-50AC89F6C168}" srcOrd="1" destOrd="0" presId="urn:microsoft.com/office/officeart/2005/8/layout/hierarchy5"/>
    <dgm:cxn modelId="{BAC4E85B-C3AC-49F5-AFDE-83A327F7D204}" type="presParOf" srcId="{798000C8-BEA0-47A5-A0EB-50AC89F6C168}" destId="{E741881B-4C66-47C8-BB25-25EE1DA8F6BB}" srcOrd="0" destOrd="0" presId="urn:microsoft.com/office/officeart/2005/8/layout/hierarchy5"/>
    <dgm:cxn modelId="{B91615A0-368A-4DD3-A5C4-135965C9E46D}" type="presParOf" srcId="{E741881B-4C66-47C8-BB25-25EE1DA8F6BB}" destId="{604C3FFE-3613-448E-809A-AEEDB6E9808B}" srcOrd="0" destOrd="0" presId="urn:microsoft.com/office/officeart/2005/8/layout/hierarchy5"/>
    <dgm:cxn modelId="{D9CED2A5-A0CD-43EE-B445-A5557CFE4481}" type="presParOf" srcId="{798000C8-BEA0-47A5-A0EB-50AC89F6C168}" destId="{7249AA93-08F5-4E8C-BCC6-B949EC168279}" srcOrd="1" destOrd="0" presId="urn:microsoft.com/office/officeart/2005/8/layout/hierarchy5"/>
    <dgm:cxn modelId="{BBF44B72-025E-4EFE-8D0D-8ED3C5D64C2D}" type="presParOf" srcId="{7249AA93-08F5-4E8C-BCC6-B949EC168279}" destId="{ABC64802-38C0-4F82-800C-F69BCE5D2A97}" srcOrd="0" destOrd="0" presId="urn:microsoft.com/office/officeart/2005/8/layout/hierarchy5"/>
    <dgm:cxn modelId="{C4D65D61-6F7A-4D88-96D1-F45EE6D37135}" type="presParOf" srcId="{7249AA93-08F5-4E8C-BCC6-B949EC168279}" destId="{8115EC9A-EFF1-4EBB-8714-518A18879AB9}" srcOrd="1" destOrd="0" presId="urn:microsoft.com/office/officeart/2005/8/layout/hierarchy5"/>
    <dgm:cxn modelId="{03C955F2-AC79-4B3A-92E7-694314C10FD1}" type="presParOf" srcId="{3E9901DC-D079-442A-9EC5-63E888857FF2}" destId="{990D7368-206E-44AB-A6EA-00FA651B83B8}" srcOrd="2" destOrd="0" presId="urn:microsoft.com/office/officeart/2005/8/layout/hierarchy5"/>
    <dgm:cxn modelId="{7431DFC6-7382-4428-8D55-B77BE1A91F66}" type="presParOf" srcId="{990D7368-206E-44AB-A6EA-00FA651B83B8}" destId="{5C0599FF-9956-4756-B3B1-07BF316FAA5C}" srcOrd="0" destOrd="0" presId="urn:microsoft.com/office/officeart/2005/8/layout/hierarchy5"/>
    <dgm:cxn modelId="{62B5E775-5AF9-4AB5-B536-AD0813B53CA0}" type="presParOf" srcId="{3E9901DC-D079-442A-9EC5-63E888857FF2}" destId="{CE78034A-4BAA-4FB3-8500-243E2554EF3E}" srcOrd="3" destOrd="0" presId="urn:microsoft.com/office/officeart/2005/8/layout/hierarchy5"/>
    <dgm:cxn modelId="{95F6CB75-54F3-44CA-A096-CF2D3E2FEF89}" type="presParOf" srcId="{CE78034A-4BAA-4FB3-8500-243E2554EF3E}" destId="{EEEFAF0C-DB65-4182-BFF8-072AB77BD737}" srcOrd="0" destOrd="0" presId="urn:microsoft.com/office/officeart/2005/8/layout/hierarchy5"/>
    <dgm:cxn modelId="{2A1F46F5-9CC0-4866-84B6-28A7673DBCE2}" type="presParOf" srcId="{CE78034A-4BAA-4FB3-8500-243E2554EF3E}" destId="{CCD7C24A-39F2-4853-BB01-DF188DA52584}" srcOrd="1" destOrd="0" presId="urn:microsoft.com/office/officeart/2005/8/layout/hierarchy5"/>
    <dgm:cxn modelId="{DDFC36D2-CA8D-438F-AA1E-DFE4A64B2205}" type="presParOf" srcId="{CCD7C24A-39F2-4853-BB01-DF188DA52584}" destId="{D07A3DC2-2F40-4691-921D-A00492B321C3}" srcOrd="0" destOrd="0" presId="urn:microsoft.com/office/officeart/2005/8/layout/hierarchy5"/>
    <dgm:cxn modelId="{6ACE7155-B843-458A-8126-6151798C16C7}" type="presParOf" srcId="{D07A3DC2-2F40-4691-921D-A00492B321C3}" destId="{DAD78091-1527-46C5-9837-4FAAAC481DB6}" srcOrd="0" destOrd="0" presId="urn:microsoft.com/office/officeart/2005/8/layout/hierarchy5"/>
    <dgm:cxn modelId="{1BA32F8E-7523-4D24-B25D-43E0FBCD2958}" type="presParOf" srcId="{CCD7C24A-39F2-4853-BB01-DF188DA52584}" destId="{5B32C832-8045-43B9-8B4D-4E2B229DF740}" srcOrd="1" destOrd="0" presId="urn:microsoft.com/office/officeart/2005/8/layout/hierarchy5"/>
    <dgm:cxn modelId="{07D2440C-2D6C-4531-9E3E-BDB0F336BCC7}" type="presParOf" srcId="{5B32C832-8045-43B9-8B4D-4E2B229DF740}" destId="{4539FD97-6532-4601-A2B9-2279E0034E8D}" srcOrd="0" destOrd="0" presId="urn:microsoft.com/office/officeart/2005/8/layout/hierarchy5"/>
    <dgm:cxn modelId="{9CCB9DDF-3044-4E54-89B7-950AD0254F20}" type="presParOf" srcId="{5B32C832-8045-43B9-8B4D-4E2B229DF740}" destId="{F85773B5-D604-4947-93A1-985B9A7B31E9}" srcOrd="1" destOrd="0" presId="urn:microsoft.com/office/officeart/2005/8/layout/hierarchy5"/>
    <dgm:cxn modelId="{ACF138E4-0885-419B-8B63-689CCD50DE5B}" type="presParOf" srcId="{CCD7C24A-39F2-4853-BB01-DF188DA52584}" destId="{AF232BF2-330E-43FC-84FF-6CF14C51F126}" srcOrd="2" destOrd="0" presId="urn:microsoft.com/office/officeart/2005/8/layout/hierarchy5"/>
    <dgm:cxn modelId="{E184A6E8-06C4-4E36-9DE1-CA1F679D8D6F}" type="presParOf" srcId="{AF232BF2-330E-43FC-84FF-6CF14C51F126}" destId="{FE33EFFF-AD9E-4F90-954C-80F9B41A8E84}" srcOrd="0" destOrd="0" presId="urn:microsoft.com/office/officeart/2005/8/layout/hierarchy5"/>
    <dgm:cxn modelId="{F4ED4AFD-B62E-4907-9F82-28E893E7F33F}" type="presParOf" srcId="{CCD7C24A-39F2-4853-BB01-DF188DA52584}" destId="{DE474CE8-D918-4C9E-886C-103FC60E617D}" srcOrd="3" destOrd="0" presId="urn:microsoft.com/office/officeart/2005/8/layout/hierarchy5"/>
    <dgm:cxn modelId="{FF4E05E8-6D0F-4A4D-880D-5248752EA93A}" type="presParOf" srcId="{DE474CE8-D918-4C9E-886C-103FC60E617D}" destId="{C7C9F5C8-A5DE-4430-A4BB-66973F55BAEC}" srcOrd="0" destOrd="0" presId="urn:microsoft.com/office/officeart/2005/8/layout/hierarchy5"/>
    <dgm:cxn modelId="{F0143AC7-2E06-4E80-9B15-80147CC572FF}" type="presParOf" srcId="{DE474CE8-D918-4C9E-886C-103FC60E617D}" destId="{B0F335FD-E995-46E5-A41D-490B689FAA2F}" srcOrd="1" destOrd="0" presId="urn:microsoft.com/office/officeart/2005/8/layout/hierarchy5"/>
    <dgm:cxn modelId="{54D9ED9B-A0A9-43CB-A870-55E3526DBE43}" type="presParOf" srcId="{3E9901DC-D079-442A-9EC5-63E888857FF2}" destId="{F11EB57B-1137-4B8A-AD80-900FBA4FE75B}" srcOrd="4" destOrd="0" presId="urn:microsoft.com/office/officeart/2005/8/layout/hierarchy5"/>
    <dgm:cxn modelId="{7ECA0E37-9F16-45D9-B020-400B3A127737}" type="presParOf" srcId="{F11EB57B-1137-4B8A-AD80-900FBA4FE75B}" destId="{F15DC4AF-142E-436A-857E-3DF779FFF8FA}" srcOrd="0" destOrd="0" presId="urn:microsoft.com/office/officeart/2005/8/layout/hierarchy5"/>
    <dgm:cxn modelId="{C77A6792-7CAF-41B3-A219-D3B77FABD08F}" type="presParOf" srcId="{3E9901DC-D079-442A-9EC5-63E888857FF2}" destId="{BE599BC5-5050-4B65-A9F9-851B778E9F2B}" srcOrd="5" destOrd="0" presId="urn:microsoft.com/office/officeart/2005/8/layout/hierarchy5"/>
    <dgm:cxn modelId="{6783CD7F-B5C1-4995-BC45-B177F53B4A7B}" type="presParOf" srcId="{BE599BC5-5050-4B65-A9F9-851B778E9F2B}" destId="{37F110D1-1BEC-4DC0-A0C8-4A59B011EF7F}" srcOrd="0" destOrd="0" presId="urn:microsoft.com/office/officeart/2005/8/layout/hierarchy5"/>
    <dgm:cxn modelId="{CA551256-F82D-4EBD-B843-2F79DC8F0C68}" type="presParOf" srcId="{BE599BC5-5050-4B65-A9F9-851B778E9F2B}" destId="{B2E41822-393A-4A02-9A54-A43FD4E1D4C2}" srcOrd="1" destOrd="0" presId="urn:microsoft.com/office/officeart/2005/8/layout/hierarchy5"/>
    <dgm:cxn modelId="{B95C903D-3E68-4D60-BD0A-43E4175C7975}" type="presParOf" srcId="{B2E41822-393A-4A02-9A54-A43FD4E1D4C2}" destId="{6CBEC10E-1D78-4082-88CB-91660812BBDB}" srcOrd="0" destOrd="0" presId="urn:microsoft.com/office/officeart/2005/8/layout/hierarchy5"/>
    <dgm:cxn modelId="{D222A744-CCB4-4989-AD92-53C49AC77024}" type="presParOf" srcId="{6CBEC10E-1D78-4082-88CB-91660812BBDB}" destId="{72AF6913-74C4-4EB9-BF45-390672E0424A}" srcOrd="0" destOrd="0" presId="urn:microsoft.com/office/officeart/2005/8/layout/hierarchy5"/>
    <dgm:cxn modelId="{81E9158A-7D15-4BF5-B7F1-337C93419B86}" type="presParOf" srcId="{B2E41822-393A-4A02-9A54-A43FD4E1D4C2}" destId="{0AAB0DCF-A323-41CA-B0EA-FAEDADA58735}" srcOrd="1" destOrd="0" presId="urn:microsoft.com/office/officeart/2005/8/layout/hierarchy5"/>
    <dgm:cxn modelId="{6DFF114F-A7B5-47BD-8DE6-127897DD32C4}" type="presParOf" srcId="{0AAB0DCF-A323-41CA-B0EA-FAEDADA58735}" destId="{51CFE6A2-8463-4F9D-8CE0-FA747F46DC69}" srcOrd="0" destOrd="0" presId="urn:microsoft.com/office/officeart/2005/8/layout/hierarchy5"/>
    <dgm:cxn modelId="{2CFC6F77-D23B-4B01-BAA4-B440718C7A41}" type="presParOf" srcId="{0AAB0DCF-A323-41CA-B0EA-FAEDADA58735}" destId="{87ED462A-62D6-40E6-B24E-47DC3F364705}" srcOrd="1" destOrd="0" presId="urn:microsoft.com/office/officeart/2005/8/layout/hierarchy5"/>
    <dgm:cxn modelId="{1B1DCBE0-C32D-40FB-89B2-6D4A986189A1}" type="presParOf" srcId="{5AD3EFF3-4CC9-4DA6-9447-D3E02971F6CA}" destId="{309D5815-F85F-4091-B5AC-43F25634962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CD1B7B-D488-4025-8BDC-D2B31A959592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6D6FF1-8610-446E-9197-10DBB131E02E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BD8BBA6-776F-4BEF-A55A-E64C61A5DE37}" type="parTrans" cxnId="{2B2E7272-EDD3-441B-AA26-0E660A661D57}">
      <dgm:prSet/>
      <dgm:spPr/>
      <dgm:t>
        <a:bodyPr/>
        <a:lstStyle/>
        <a:p>
          <a:endParaRPr lang="en-US"/>
        </a:p>
      </dgm:t>
    </dgm:pt>
    <dgm:pt modelId="{F3F6323A-C868-4CF5-AF12-71306DF16F4B}" type="sibTrans" cxnId="{2B2E7272-EDD3-441B-AA26-0E660A661D57}">
      <dgm:prSet/>
      <dgm:spPr/>
      <dgm:t>
        <a:bodyPr/>
        <a:lstStyle/>
        <a:p>
          <a:endParaRPr lang="en-US"/>
        </a:p>
      </dgm:t>
    </dgm:pt>
    <dgm:pt modelId="{25E55B54-47CB-461E-9D0B-47CA53DAE7A7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14DD518-4AB8-437F-8CC0-E5A934B787A9}" type="parTrans" cxnId="{4C0A440A-476B-449D-AB5B-C70AC0B32DFA}">
      <dgm:prSet/>
      <dgm:spPr/>
      <dgm:t>
        <a:bodyPr/>
        <a:lstStyle/>
        <a:p>
          <a:endParaRPr lang="en-US"/>
        </a:p>
      </dgm:t>
    </dgm:pt>
    <dgm:pt modelId="{86FC0F46-A222-440B-8392-0563E516221E}" type="sibTrans" cxnId="{4C0A440A-476B-449D-AB5B-C70AC0B32DFA}">
      <dgm:prSet/>
      <dgm:spPr/>
      <dgm:t>
        <a:bodyPr/>
        <a:lstStyle/>
        <a:p>
          <a:endParaRPr lang="en-US"/>
        </a:p>
      </dgm:t>
    </dgm:pt>
    <dgm:pt modelId="{E487E05C-AD43-4B57-86D1-740D4B4E7562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D5C7007-C4BB-4523-B914-D459EB9CCCE3}" type="parTrans" cxnId="{DFDAEF58-F0AE-408F-9E33-AC1B82428A36}">
      <dgm:prSet/>
      <dgm:spPr/>
      <dgm:t>
        <a:bodyPr/>
        <a:lstStyle/>
        <a:p>
          <a:endParaRPr lang="en-US"/>
        </a:p>
      </dgm:t>
    </dgm:pt>
    <dgm:pt modelId="{E3419A72-A2A8-4E75-B29A-CE15B247FFA7}" type="sibTrans" cxnId="{DFDAEF58-F0AE-408F-9E33-AC1B82428A36}">
      <dgm:prSet/>
      <dgm:spPr/>
      <dgm:t>
        <a:bodyPr/>
        <a:lstStyle/>
        <a:p>
          <a:endParaRPr lang="en-US"/>
        </a:p>
      </dgm:t>
    </dgm:pt>
    <dgm:pt modelId="{5DD85B59-084A-498E-9BA5-7FD05EEA90C6}">
      <dgm:prSet phldrT="[Text]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E0D4BB6-14A2-446D-A104-043B7750CFBD}" type="parTrans" cxnId="{00B007AA-52D3-4FBB-94DF-904FA63AA5A3}">
      <dgm:prSet/>
      <dgm:spPr/>
      <dgm:t>
        <a:bodyPr/>
        <a:lstStyle/>
        <a:p>
          <a:endParaRPr lang="en-US"/>
        </a:p>
      </dgm:t>
    </dgm:pt>
    <dgm:pt modelId="{282C51C5-A6D1-44D6-A5D9-ECFAB0B0D87D}" type="sibTrans" cxnId="{00B007AA-52D3-4FBB-94DF-904FA63AA5A3}">
      <dgm:prSet/>
      <dgm:spPr/>
      <dgm:t>
        <a:bodyPr/>
        <a:lstStyle/>
        <a:p>
          <a:endParaRPr lang="en-US"/>
        </a:p>
      </dgm:t>
    </dgm:pt>
    <dgm:pt modelId="{AB8C7451-1886-480A-BF32-BCFB05C0F822}">
      <dgm:prSet phldrT="[Text]"/>
      <dgm:spPr>
        <a:blipFill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C6061CF-EB56-48FE-95FF-4D7E471C64C2}" type="parTrans" cxnId="{476EADF2-E176-49E0-9AA4-58991B2B3014}">
      <dgm:prSet/>
      <dgm:spPr/>
      <dgm:t>
        <a:bodyPr/>
        <a:lstStyle/>
        <a:p>
          <a:endParaRPr lang="en-US"/>
        </a:p>
      </dgm:t>
    </dgm:pt>
    <dgm:pt modelId="{86215944-4812-46F1-A5FD-68430ACEB567}" type="sibTrans" cxnId="{476EADF2-E176-49E0-9AA4-58991B2B3014}">
      <dgm:prSet/>
      <dgm:spPr/>
      <dgm:t>
        <a:bodyPr/>
        <a:lstStyle/>
        <a:p>
          <a:endParaRPr lang="en-US"/>
        </a:p>
      </dgm:t>
    </dgm:pt>
    <dgm:pt modelId="{4DAE9F75-DB3D-4D5D-BD42-35F346A110E2}">
      <dgm:prSet/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95FFE2A-3DD7-4DBC-8FBA-3564BD026B67}" type="parTrans" cxnId="{D3F07806-D28B-4B13-AC56-ED3E8D3C6693}">
      <dgm:prSet/>
      <dgm:spPr/>
      <dgm:t>
        <a:bodyPr/>
        <a:lstStyle/>
        <a:p>
          <a:endParaRPr lang="en-US"/>
        </a:p>
      </dgm:t>
    </dgm:pt>
    <dgm:pt modelId="{7BD618A4-46CC-4087-AA20-885233D1E47B}" type="sibTrans" cxnId="{D3F07806-D28B-4B13-AC56-ED3E8D3C6693}">
      <dgm:prSet/>
      <dgm:spPr/>
      <dgm:t>
        <a:bodyPr/>
        <a:lstStyle/>
        <a:p>
          <a:endParaRPr lang="en-US"/>
        </a:p>
      </dgm:t>
    </dgm:pt>
    <dgm:pt modelId="{62ACBA73-295B-48D4-9840-D0D33D0D674C}">
      <dgm:prSet/>
      <dgm:spPr/>
      <dgm:t>
        <a:bodyPr/>
        <a:lstStyle/>
        <a:p>
          <a:r>
            <a:rPr lang="en-US" dirty="0"/>
            <a:t>Limits along curves</a:t>
          </a:r>
        </a:p>
        <a:p>
          <a:r>
            <a:rPr lang="en-US" dirty="0"/>
            <a:t>(Curves will be specified in this case)</a:t>
          </a:r>
        </a:p>
      </dgm:t>
    </dgm:pt>
    <dgm:pt modelId="{B05B533A-098E-44ED-BD22-A2DB2D7C0FEA}" type="parTrans" cxnId="{C0BFED28-C8EC-47B4-BEDD-3899FA7FA5C9}">
      <dgm:prSet/>
      <dgm:spPr/>
      <dgm:t>
        <a:bodyPr/>
        <a:lstStyle/>
        <a:p>
          <a:endParaRPr lang="en-US"/>
        </a:p>
      </dgm:t>
    </dgm:pt>
    <dgm:pt modelId="{FB81BA67-EB64-429A-B7CF-4C9F17E5E8CA}" type="sibTrans" cxnId="{C0BFED28-C8EC-47B4-BEDD-3899FA7FA5C9}">
      <dgm:prSet/>
      <dgm:spPr/>
      <dgm:t>
        <a:bodyPr/>
        <a:lstStyle/>
        <a:p>
          <a:endParaRPr lang="en-US"/>
        </a:p>
      </dgm:t>
    </dgm:pt>
    <dgm:pt modelId="{C4F0B1F5-10FE-4192-8AF9-DBEBFC931E1D}">
      <dgm:prSet/>
      <dgm:spPr/>
      <dgm:t>
        <a:bodyPr/>
        <a:lstStyle/>
        <a:p>
          <a:r>
            <a:rPr lang="en-US" dirty="0"/>
            <a:t>Factorize and rationalize to  remove zero denominator</a:t>
          </a:r>
        </a:p>
      </dgm:t>
    </dgm:pt>
    <dgm:pt modelId="{7B43A2C2-E497-47FC-B16D-B1E74AF863AC}" type="parTrans" cxnId="{5CE7D1EF-22EA-4775-B1CB-2755C4DED589}">
      <dgm:prSet/>
      <dgm:spPr/>
      <dgm:t>
        <a:bodyPr/>
        <a:lstStyle/>
        <a:p>
          <a:endParaRPr lang="en-US"/>
        </a:p>
      </dgm:t>
    </dgm:pt>
    <dgm:pt modelId="{C6327F9E-A243-44C7-8631-F69A95BB6654}" type="sibTrans" cxnId="{5CE7D1EF-22EA-4775-B1CB-2755C4DED589}">
      <dgm:prSet/>
      <dgm:spPr/>
      <dgm:t>
        <a:bodyPr/>
        <a:lstStyle/>
        <a:p>
          <a:endParaRPr lang="en-US"/>
        </a:p>
      </dgm:t>
    </dgm:pt>
    <dgm:pt modelId="{5AD3EFF3-4CC9-4DA6-9447-D3E02971F6CA}" type="pres">
      <dgm:prSet presAssocID="{C0CD1B7B-D488-4025-8BDC-D2B31A95959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2351DDF-0E53-4268-A174-555E76E5C1ED}" type="pres">
      <dgm:prSet presAssocID="{C0CD1B7B-D488-4025-8BDC-D2B31A959592}" presName="hierFlow" presStyleCnt="0"/>
      <dgm:spPr/>
    </dgm:pt>
    <dgm:pt modelId="{565B3865-1218-4379-A721-9B7324FE72D5}" type="pres">
      <dgm:prSet presAssocID="{C0CD1B7B-D488-4025-8BDC-D2B31A95959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6A19CBD-B555-4B6A-8DB0-0271CF8E704B}" type="pres">
      <dgm:prSet presAssocID="{566D6FF1-8610-446E-9197-10DBB131E02E}" presName="Name17" presStyleCnt="0"/>
      <dgm:spPr/>
    </dgm:pt>
    <dgm:pt modelId="{A2EE736C-7F33-49C4-8490-73047A908994}" type="pres">
      <dgm:prSet presAssocID="{566D6FF1-8610-446E-9197-10DBB131E02E}" presName="level1Shape" presStyleLbl="node0" presStyleIdx="0" presStyleCnt="1" custScaleX="116393">
        <dgm:presLayoutVars>
          <dgm:chPref val="3"/>
        </dgm:presLayoutVars>
      </dgm:prSet>
      <dgm:spPr/>
    </dgm:pt>
    <dgm:pt modelId="{3E9901DC-D079-442A-9EC5-63E888857FF2}" type="pres">
      <dgm:prSet presAssocID="{566D6FF1-8610-446E-9197-10DBB131E02E}" presName="hierChild2" presStyleCnt="0"/>
      <dgm:spPr/>
    </dgm:pt>
    <dgm:pt modelId="{23685C3E-7CF2-4842-9CBF-4DB5F8746123}" type="pres">
      <dgm:prSet presAssocID="{F14DD518-4AB8-437F-8CC0-E5A934B787A9}" presName="Name25" presStyleLbl="parChTrans1D2" presStyleIdx="0" presStyleCnt="3"/>
      <dgm:spPr/>
    </dgm:pt>
    <dgm:pt modelId="{DCA750E7-013B-49FC-92D2-3A0955E52F0E}" type="pres">
      <dgm:prSet presAssocID="{F14DD518-4AB8-437F-8CC0-E5A934B787A9}" presName="connTx" presStyleLbl="parChTrans1D2" presStyleIdx="0" presStyleCnt="3"/>
      <dgm:spPr/>
    </dgm:pt>
    <dgm:pt modelId="{E91851BF-44FF-4522-B2A9-DA64742C2B6D}" type="pres">
      <dgm:prSet presAssocID="{25E55B54-47CB-461E-9D0B-47CA53DAE7A7}" presName="Name30" presStyleCnt="0"/>
      <dgm:spPr/>
    </dgm:pt>
    <dgm:pt modelId="{4FC10E29-D8E9-4C65-B1B2-B85331255B35}" type="pres">
      <dgm:prSet presAssocID="{25E55B54-47CB-461E-9D0B-47CA53DAE7A7}" presName="level2Shape" presStyleLbl="node2" presStyleIdx="0" presStyleCnt="3" custScaleX="110007"/>
      <dgm:spPr/>
    </dgm:pt>
    <dgm:pt modelId="{798000C8-BEA0-47A5-A0EB-50AC89F6C168}" type="pres">
      <dgm:prSet presAssocID="{25E55B54-47CB-461E-9D0B-47CA53DAE7A7}" presName="hierChild3" presStyleCnt="0"/>
      <dgm:spPr/>
    </dgm:pt>
    <dgm:pt modelId="{E741881B-4C66-47C8-BB25-25EE1DA8F6BB}" type="pres">
      <dgm:prSet presAssocID="{ED5C7007-C4BB-4523-B914-D459EB9CCCE3}" presName="Name25" presStyleLbl="parChTrans1D3" presStyleIdx="0" presStyleCnt="4"/>
      <dgm:spPr/>
    </dgm:pt>
    <dgm:pt modelId="{604C3FFE-3613-448E-809A-AEEDB6E9808B}" type="pres">
      <dgm:prSet presAssocID="{ED5C7007-C4BB-4523-B914-D459EB9CCCE3}" presName="connTx" presStyleLbl="parChTrans1D3" presStyleIdx="0" presStyleCnt="4"/>
      <dgm:spPr/>
    </dgm:pt>
    <dgm:pt modelId="{7249AA93-08F5-4E8C-BCC6-B949EC168279}" type="pres">
      <dgm:prSet presAssocID="{E487E05C-AD43-4B57-86D1-740D4B4E7562}" presName="Name30" presStyleCnt="0"/>
      <dgm:spPr/>
    </dgm:pt>
    <dgm:pt modelId="{ABC64802-38C0-4F82-800C-F69BCE5D2A97}" type="pres">
      <dgm:prSet presAssocID="{E487E05C-AD43-4B57-86D1-740D4B4E7562}" presName="level2Shape" presStyleLbl="node3" presStyleIdx="0" presStyleCnt="4"/>
      <dgm:spPr/>
    </dgm:pt>
    <dgm:pt modelId="{8115EC9A-EFF1-4EBB-8714-518A18879AB9}" type="pres">
      <dgm:prSet presAssocID="{E487E05C-AD43-4B57-86D1-740D4B4E7562}" presName="hierChild3" presStyleCnt="0"/>
      <dgm:spPr/>
    </dgm:pt>
    <dgm:pt modelId="{990D7368-206E-44AB-A6EA-00FA651B83B8}" type="pres">
      <dgm:prSet presAssocID="{095FFE2A-3DD7-4DBC-8FBA-3564BD026B67}" presName="Name25" presStyleLbl="parChTrans1D2" presStyleIdx="1" presStyleCnt="3"/>
      <dgm:spPr/>
    </dgm:pt>
    <dgm:pt modelId="{5C0599FF-9956-4756-B3B1-07BF316FAA5C}" type="pres">
      <dgm:prSet presAssocID="{095FFE2A-3DD7-4DBC-8FBA-3564BD026B67}" presName="connTx" presStyleLbl="parChTrans1D2" presStyleIdx="1" presStyleCnt="3"/>
      <dgm:spPr/>
    </dgm:pt>
    <dgm:pt modelId="{CE78034A-4BAA-4FB3-8500-243E2554EF3E}" type="pres">
      <dgm:prSet presAssocID="{4DAE9F75-DB3D-4D5D-BD42-35F346A110E2}" presName="Name30" presStyleCnt="0"/>
      <dgm:spPr/>
    </dgm:pt>
    <dgm:pt modelId="{EEEFAF0C-DB65-4182-BFF8-072AB77BD737}" type="pres">
      <dgm:prSet presAssocID="{4DAE9F75-DB3D-4D5D-BD42-35F346A110E2}" presName="level2Shape" presStyleLbl="node2" presStyleIdx="1" presStyleCnt="3"/>
      <dgm:spPr/>
    </dgm:pt>
    <dgm:pt modelId="{CCD7C24A-39F2-4853-BB01-DF188DA52584}" type="pres">
      <dgm:prSet presAssocID="{4DAE9F75-DB3D-4D5D-BD42-35F346A110E2}" presName="hierChild3" presStyleCnt="0"/>
      <dgm:spPr/>
    </dgm:pt>
    <dgm:pt modelId="{D07A3DC2-2F40-4691-921D-A00492B321C3}" type="pres">
      <dgm:prSet presAssocID="{7B43A2C2-E497-47FC-B16D-B1E74AF863AC}" presName="Name25" presStyleLbl="parChTrans1D3" presStyleIdx="1" presStyleCnt="4"/>
      <dgm:spPr/>
    </dgm:pt>
    <dgm:pt modelId="{DAD78091-1527-46C5-9837-4FAAAC481DB6}" type="pres">
      <dgm:prSet presAssocID="{7B43A2C2-E497-47FC-B16D-B1E74AF863AC}" presName="connTx" presStyleLbl="parChTrans1D3" presStyleIdx="1" presStyleCnt="4"/>
      <dgm:spPr/>
    </dgm:pt>
    <dgm:pt modelId="{5B32C832-8045-43B9-8B4D-4E2B229DF740}" type="pres">
      <dgm:prSet presAssocID="{C4F0B1F5-10FE-4192-8AF9-DBEBFC931E1D}" presName="Name30" presStyleCnt="0"/>
      <dgm:spPr/>
    </dgm:pt>
    <dgm:pt modelId="{4539FD97-6532-4601-A2B9-2279E0034E8D}" type="pres">
      <dgm:prSet presAssocID="{C4F0B1F5-10FE-4192-8AF9-DBEBFC931E1D}" presName="level2Shape" presStyleLbl="node3" presStyleIdx="1" presStyleCnt="4" custScaleX="147072"/>
      <dgm:spPr/>
    </dgm:pt>
    <dgm:pt modelId="{F85773B5-D604-4947-93A1-985B9A7B31E9}" type="pres">
      <dgm:prSet presAssocID="{C4F0B1F5-10FE-4192-8AF9-DBEBFC931E1D}" presName="hierChild3" presStyleCnt="0"/>
      <dgm:spPr/>
    </dgm:pt>
    <dgm:pt modelId="{AF232BF2-330E-43FC-84FF-6CF14C51F126}" type="pres">
      <dgm:prSet presAssocID="{B05B533A-098E-44ED-BD22-A2DB2D7C0FEA}" presName="Name25" presStyleLbl="parChTrans1D3" presStyleIdx="2" presStyleCnt="4"/>
      <dgm:spPr/>
    </dgm:pt>
    <dgm:pt modelId="{FE33EFFF-AD9E-4F90-954C-80F9B41A8E84}" type="pres">
      <dgm:prSet presAssocID="{B05B533A-098E-44ED-BD22-A2DB2D7C0FEA}" presName="connTx" presStyleLbl="parChTrans1D3" presStyleIdx="2" presStyleCnt="4"/>
      <dgm:spPr/>
    </dgm:pt>
    <dgm:pt modelId="{DE474CE8-D918-4C9E-886C-103FC60E617D}" type="pres">
      <dgm:prSet presAssocID="{62ACBA73-295B-48D4-9840-D0D33D0D674C}" presName="Name30" presStyleCnt="0"/>
      <dgm:spPr/>
    </dgm:pt>
    <dgm:pt modelId="{C7C9F5C8-A5DE-4430-A4BB-66973F55BAEC}" type="pres">
      <dgm:prSet presAssocID="{62ACBA73-295B-48D4-9840-D0D33D0D674C}" presName="level2Shape" presStyleLbl="node3" presStyleIdx="2" presStyleCnt="4" custScaleX="123395"/>
      <dgm:spPr/>
    </dgm:pt>
    <dgm:pt modelId="{B0F335FD-E995-46E5-A41D-490B689FAA2F}" type="pres">
      <dgm:prSet presAssocID="{62ACBA73-295B-48D4-9840-D0D33D0D674C}" presName="hierChild3" presStyleCnt="0"/>
      <dgm:spPr/>
    </dgm:pt>
    <dgm:pt modelId="{F11EB57B-1137-4B8A-AD80-900FBA4FE75B}" type="pres">
      <dgm:prSet presAssocID="{1E0D4BB6-14A2-446D-A104-043B7750CFBD}" presName="Name25" presStyleLbl="parChTrans1D2" presStyleIdx="2" presStyleCnt="3"/>
      <dgm:spPr/>
    </dgm:pt>
    <dgm:pt modelId="{F15DC4AF-142E-436A-857E-3DF779FFF8FA}" type="pres">
      <dgm:prSet presAssocID="{1E0D4BB6-14A2-446D-A104-043B7750CFBD}" presName="connTx" presStyleLbl="parChTrans1D2" presStyleIdx="2" presStyleCnt="3"/>
      <dgm:spPr/>
    </dgm:pt>
    <dgm:pt modelId="{BE599BC5-5050-4B65-A9F9-851B778E9F2B}" type="pres">
      <dgm:prSet presAssocID="{5DD85B59-084A-498E-9BA5-7FD05EEA90C6}" presName="Name30" presStyleCnt="0"/>
      <dgm:spPr/>
    </dgm:pt>
    <dgm:pt modelId="{37F110D1-1BEC-4DC0-A0C8-4A59B011EF7F}" type="pres">
      <dgm:prSet presAssocID="{5DD85B59-084A-498E-9BA5-7FD05EEA90C6}" presName="level2Shape" presStyleLbl="node2" presStyleIdx="2" presStyleCnt="3"/>
      <dgm:spPr/>
    </dgm:pt>
    <dgm:pt modelId="{B2E41822-393A-4A02-9A54-A43FD4E1D4C2}" type="pres">
      <dgm:prSet presAssocID="{5DD85B59-084A-498E-9BA5-7FD05EEA90C6}" presName="hierChild3" presStyleCnt="0"/>
      <dgm:spPr/>
    </dgm:pt>
    <dgm:pt modelId="{6CBEC10E-1D78-4082-88CB-91660812BBDB}" type="pres">
      <dgm:prSet presAssocID="{1C6061CF-EB56-48FE-95FF-4D7E471C64C2}" presName="Name25" presStyleLbl="parChTrans1D3" presStyleIdx="3" presStyleCnt="4"/>
      <dgm:spPr/>
    </dgm:pt>
    <dgm:pt modelId="{72AF6913-74C4-4EB9-BF45-390672E0424A}" type="pres">
      <dgm:prSet presAssocID="{1C6061CF-EB56-48FE-95FF-4D7E471C64C2}" presName="connTx" presStyleLbl="parChTrans1D3" presStyleIdx="3" presStyleCnt="4"/>
      <dgm:spPr/>
    </dgm:pt>
    <dgm:pt modelId="{0AAB0DCF-A323-41CA-B0EA-FAEDADA58735}" type="pres">
      <dgm:prSet presAssocID="{AB8C7451-1886-480A-BF32-BCFB05C0F822}" presName="Name30" presStyleCnt="0"/>
      <dgm:spPr/>
    </dgm:pt>
    <dgm:pt modelId="{51CFE6A2-8463-4F9D-8CE0-FA747F46DC69}" type="pres">
      <dgm:prSet presAssocID="{AB8C7451-1886-480A-BF32-BCFB05C0F822}" presName="level2Shape" presStyleLbl="node3" presStyleIdx="3" presStyleCnt="4"/>
      <dgm:spPr/>
    </dgm:pt>
    <dgm:pt modelId="{87ED462A-62D6-40E6-B24E-47DC3F364705}" type="pres">
      <dgm:prSet presAssocID="{AB8C7451-1886-480A-BF32-BCFB05C0F822}" presName="hierChild3" presStyleCnt="0"/>
      <dgm:spPr/>
    </dgm:pt>
    <dgm:pt modelId="{309D5815-F85F-4091-B5AC-43F256349628}" type="pres">
      <dgm:prSet presAssocID="{C0CD1B7B-D488-4025-8BDC-D2B31A959592}" presName="bgShapesFlow" presStyleCnt="0"/>
      <dgm:spPr/>
    </dgm:pt>
  </dgm:ptLst>
  <dgm:cxnLst>
    <dgm:cxn modelId="{F5DE3C00-F5E1-4282-8067-69BFF8459BFD}" type="presOf" srcId="{B05B533A-098E-44ED-BD22-A2DB2D7C0FEA}" destId="{AF232BF2-330E-43FC-84FF-6CF14C51F126}" srcOrd="0" destOrd="0" presId="urn:microsoft.com/office/officeart/2005/8/layout/hierarchy5"/>
    <dgm:cxn modelId="{D3F07806-D28B-4B13-AC56-ED3E8D3C6693}" srcId="{566D6FF1-8610-446E-9197-10DBB131E02E}" destId="{4DAE9F75-DB3D-4D5D-BD42-35F346A110E2}" srcOrd="1" destOrd="0" parTransId="{095FFE2A-3DD7-4DBC-8FBA-3564BD026B67}" sibTransId="{7BD618A4-46CC-4087-AA20-885233D1E47B}"/>
    <dgm:cxn modelId="{4C0A440A-476B-449D-AB5B-C70AC0B32DFA}" srcId="{566D6FF1-8610-446E-9197-10DBB131E02E}" destId="{25E55B54-47CB-461E-9D0B-47CA53DAE7A7}" srcOrd="0" destOrd="0" parTransId="{F14DD518-4AB8-437F-8CC0-E5A934B787A9}" sibTransId="{86FC0F46-A222-440B-8392-0563E516221E}"/>
    <dgm:cxn modelId="{3700A10B-DEE0-419A-B34E-A1FAE6A0AC66}" type="presOf" srcId="{C0CD1B7B-D488-4025-8BDC-D2B31A959592}" destId="{5AD3EFF3-4CC9-4DA6-9447-D3E02971F6CA}" srcOrd="0" destOrd="0" presId="urn:microsoft.com/office/officeart/2005/8/layout/hierarchy5"/>
    <dgm:cxn modelId="{F731B016-8C2B-436F-A917-F4EC0CA1156B}" type="presOf" srcId="{095FFE2A-3DD7-4DBC-8FBA-3564BD026B67}" destId="{990D7368-206E-44AB-A6EA-00FA651B83B8}" srcOrd="0" destOrd="0" presId="urn:microsoft.com/office/officeart/2005/8/layout/hierarchy5"/>
    <dgm:cxn modelId="{C0BFED28-C8EC-47B4-BEDD-3899FA7FA5C9}" srcId="{4DAE9F75-DB3D-4D5D-BD42-35F346A110E2}" destId="{62ACBA73-295B-48D4-9840-D0D33D0D674C}" srcOrd="1" destOrd="0" parTransId="{B05B533A-098E-44ED-BD22-A2DB2D7C0FEA}" sibTransId="{FB81BA67-EB64-429A-B7CF-4C9F17E5E8CA}"/>
    <dgm:cxn modelId="{444B9929-174D-4D63-932C-60E202EFB2E2}" type="presOf" srcId="{25E55B54-47CB-461E-9D0B-47CA53DAE7A7}" destId="{4FC10E29-D8E9-4C65-B1B2-B85331255B35}" srcOrd="0" destOrd="0" presId="urn:microsoft.com/office/officeart/2005/8/layout/hierarchy5"/>
    <dgm:cxn modelId="{30536F39-0FD2-4E3A-B5FB-824459DCA78F}" type="presOf" srcId="{B05B533A-098E-44ED-BD22-A2DB2D7C0FEA}" destId="{FE33EFFF-AD9E-4F90-954C-80F9B41A8E84}" srcOrd="1" destOrd="0" presId="urn:microsoft.com/office/officeart/2005/8/layout/hierarchy5"/>
    <dgm:cxn modelId="{9C81B83A-3B11-4924-A1DC-9AFD418BA0B2}" type="presOf" srcId="{1C6061CF-EB56-48FE-95FF-4D7E471C64C2}" destId="{6CBEC10E-1D78-4082-88CB-91660812BBDB}" srcOrd="0" destOrd="0" presId="urn:microsoft.com/office/officeart/2005/8/layout/hierarchy5"/>
    <dgm:cxn modelId="{7B2D0840-FFF1-4C2D-8B0D-71C0D57353E2}" type="presOf" srcId="{AB8C7451-1886-480A-BF32-BCFB05C0F822}" destId="{51CFE6A2-8463-4F9D-8CE0-FA747F46DC69}" srcOrd="0" destOrd="0" presId="urn:microsoft.com/office/officeart/2005/8/layout/hierarchy5"/>
    <dgm:cxn modelId="{8465705D-D7C7-4286-A2BD-26B33B8AEA19}" type="presOf" srcId="{C4F0B1F5-10FE-4192-8AF9-DBEBFC931E1D}" destId="{4539FD97-6532-4601-A2B9-2279E0034E8D}" srcOrd="0" destOrd="0" presId="urn:microsoft.com/office/officeart/2005/8/layout/hierarchy5"/>
    <dgm:cxn modelId="{9E7E6664-6A06-4A9E-A0E2-7B008E0776F6}" type="presOf" srcId="{F14DD518-4AB8-437F-8CC0-E5A934B787A9}" destId="{DCA750E7-013B-49FC-92D2-3A0955E52F0E}" srcOrd="1" destOrd="0" presId="urn:microsoft.com/office/officeart/2005/8/layout/hierarchy5"/>
    <dgm:cxn modelId="{A09A0546-240A-4DB7-9147-CEA72DDD72E5}" type="presOf" srcId="{7B43A2C2-E497-47FC-B16D-B1E74AF863AC}" destId="{D07A3DC2-2F40-4691-921D-A00492B321C3}" srcOrd="0" destOrd="0" presId="urn:microsoft.com/office/officeart/2005/8/layout/hierarchy5"/>
    <dgm:cxn modelId="{A1F6336C-2FF7-418E-83C1-88A819224D1F}" type="presOf" srcId="{ED5C7007-C4BB-4523-B914-D459EB9CCCE3}" destId="{E741881B-4C66-47C8-BB25-25EE1DA8F6BB}" srcOrd="0" destOrd="0" presId="urn:microsoft.com/office/officeart/2005/8/layout/hierarchy5"/>
    <dgm:cxn modelId="{F05F184F-6A4B-4B8A-842E-2133E858903D}" type="presOf" srcId="{566D6FF1-8610-446E-9197-10DBB131E02E}" destId="{A2EE736C-7F33-49C4-8490-73047A908994}" srcOrd="0" destOrd="0" presId="urn:microsoft.com/office/officeart/2005/8/layout/hierarchy5"/>
    <dgm:cxn modelId="{2B2E7272-EDD3-441B-AA26-0E660A661D57}" srcId="{C0CD1B7B-D488-4025-8BDC-D2B31A959592}" destId="{566D6FF1-8610-446E-9197-10DBB131E02E}" srcOrd="0" destOrd="0" parTransId="{2BD8BBA6-776F-4BEF-A55A-E64C61A5DE37}" sibTransId="{F3F6323A-C868-4CF5-AF12-71306DF16F4B}"/>
    <dgm:cxn modelId="{C7029D72-4A4A-4565-8551-1C8F23293E5C}" type="presOf" srcId="{ED5C7007-C4BB-4523-B914-D459EB9CCCE3}" destId="{604C3FFE-3613-448E-809A-AEEDB6E9808B}" srcOrd="1" destOrd="0" presId="urn:microsoft.com/office/officeart/2005/8/layout/hierarchy5"/>
    <dgm:cxn modelId="{3CB70776-12D6-4B23-B161-651197DBDBAE}" type="presOf" srcId="{62ACBA73-295B-48D4-9840-D0D33D0D674C}" destId="{C7C9F5C8-A5DE-4430-A4BB-66973F55BAEC}" srcOrd="0" destOrd="0" presId="urn:microsoft.com/office/officeart/2005/8/layout/hierarchy5"/>
    <dgm:cxn modelId="{5DAA0957-EFC8-4987-892F-826CE892600D}" type="presOf" srcId="{F14DD518-4AB8-437F-8CC0-E5A934B787A9}" destId="{23685C3E-7CF2-4842-9CBF-4DB5F8746123}" srcOrd="0" destOrd="0" presId="urn:microsoft.com/office/officeart/2005/8/layout/hierarchy5"/>
    <dgm:cxn modelId="{DFDAEF58-F0AE-408F-9E33-AC1B82428A36}" srcId="{25E55B54-47CB-461E-9D0B-47CA53DAE7A7}" destId="{E487E05C-AD43-4B57-86D1-740D4B4E7562}" srcOrd="0" destOrd="0" parTransId="{ED5C7007-C4BB-4523-B914-D459EB9CCCE3}" sibTransId="{E3419A72-A2A8-4E75-B29A-CE15B247FFA7}"/>
    <dgm:cxn modelId="{BEA91379-2774-4C00-92F1-4D18A803FC3F}" type="presOf" srcId="{E487E05C-AD43-4B57-86D1-740D4B4E7562}" destId="{ABC64802-38C0-4F82-800C-F69BCE5D2A97}" srcOrd="0" destOrd="0" presId="urn:microsoft.com/office/officeart/2005/8/layout/hierarchy5"/>
    <dgm:cxn modelId="{C8493079-9438-4E2D-8395-B539DB63E3F5}" type="presOf" srcId="{7B43A2C2-E497-47FC-B16D-B1E74AF863AC}" destId="{DAD78091-1527-46C5-9837-4FAAAC481DB6}" srcOrd="1" destOrd="0" presId="urn:microsoft.com/office/officeart/2005/8/layout/hierarchy5"/>
    <dgm:cxn modelId="{DA610492-D7EA-4F67-A24E-1FF0A996E717}" type="presOf" srcId="{1C6061CF-EB56-48FE-95FF-4D7E471C64C2}" destId="{72AF6913-74C4-4EB9-BF45-390672E0424A}" srcOrd="1" destOrd="0" presId="urn:microsoft.com/office/officeart/2005/8/layout/hierarchy5"/>
    <dgm:cxn modelId="{CB028C98-62D2-4885-88E9-263EDDA58369}" type="presOf" srcId="{5DD85B59-084A-498E-9BA5-7FD05EEA90C6}" destId="{37F110D1-1BEC-4DC0-A0C8-4A59B011EF7F}" srcOrd="0" destOrd="0" presId="urn:microsoft.com/office/officeart/2005/8/layout/hierarchy5"/>
    <dgm:cxn modelId="{00B007AA-52D3-4FBB-94DF-904FA63AA5A3}" srcId="{566D6FF1-8610-446E-9197-10DBB131E02E}" destId="{5DD85B59-084A-498E-9BA5-7FD05EEA90C6}" srcOrd="2" destOrd="0" parTransId="{1E0D4BB6-14A2-446D-A104-043B7750CFBD}" sibTransId="{282C51C5-A6D1-44D6-A5D9-ECFAB0B0D87D}"/>
    <dgm:cxn modelId="{39AC42B9-2AFA-4E6B-B429-7D5BFC116541}" type="presOf" srcId="{1E0D4BB6-14A2-446D-A104-043B7750CFBD}" destId="{F11EB57B-1137-4B8A-AD80-900FBA4FE75B}" srcOrd="0" destOrd="0" presId="urn:microsoft.com/office/officeart/2005/8/layout/hierarchy5"/>
    <dgm:cxn modelId="{326DA3C5-A80A-47BF-86AD-57321284F2F3}" type="presOf" srcId="{095FFE2A-3DD7-4DBC-8FBA-3564BD026B67}" destId="{5C0599FF-9956-4756-B3B1-07BF316FAA5C}" srcOrd="1" destOrd="0" presId="urn:microsoft.com/office/officeart/2005/8/layout/hierarchy5"/>
    <dgm:cxn modelId="{9F0D40E6-4304-46B9-8BEC-62BA1544CC9A}" type="presOf" srcId="{1E0D4BB6-14A2-446D-A104-043B7750CFBD}" destId="{F15DC4AF-142E-436A-857E-3DF779FFF8FA}" srcOrd="1" destOrd="0" presId="urn:microsoft.com/office/officeart/2005/8/layout/hierarchy5"/>
    <dgm:cxn modelId="{A4F069EB-36B4-4991-A020-C95E2B68257B}" type="presOf" srcId="{4DAE9F75-DB3D-4D5D-BD42-35F346A110E2}" destId="{EEEFAF0C-DB65-4182-BFF8-072AB77BD737}" srcOrd="0" destOrd="0" presId="urn:microsoft.com/office/officeart/2005/8/layout/hierarchy5"/>
    <dgm:cxn modelId="{5CE7D1EF-22EA-4775-B1CB-2755C4DED589}" srcId="{4DAE9F75-DB3D-4D5D-BD42-35F346A110E2}" destId="{C4F0B1F5-10FE-4192-8AF9-DBEBFC931E1D}" srcOrd="0" destOrd="0" parTransId="{7B43A2C2-E497-47FC-B16D-B1E74AF863AC}" sibTransId="{C6327F9E-A243-44C7-8631-F69A95BB6654}"/>
    <dgm:cxn modelId="{476EADF2-E176-49E0-9AA4-58991B2B3014}" srcId="{5DD85B59-084A-498E-9BA5-7FD05EEA90C6}" destId="{AB8C7451-1886-480A-BF32-BCFB05C0F822}" srcOrd="0" destOrd="0" parTransId="{1C6061CF-EB56-48FE-95FF-4D7E471C64C2}" sibTransId="{86215944-4812-46F1-A5FD-68430ACEB567}"/>
    <dgm:cxn modelId="{BD31144D-EDBD-459C-B98C-B48CC46564AF}" type="presParOf" srcId="{5AD3EFF3-4CC9-4DA6-9447-D3E02971F6CA}" destId="{22351DDF-0E53-4268-A174-555E76E5C1ED}" srcOrd="0" destOrd="0" presId="urn:microsoft.com/office/officeart/2005/8/layout/hierarchy5"/>
    <dgm:cxn modelId="{AF48A145-ADD5-4693-B0B7-7A9057D9401B}" type="presParOf" srcId="{22351DDF-0E53-4268-A174-555E76E5C1ED}" destId="{565B3865-1218-4379-A721-9B7324FE72D5}" srcOrd="0" destOrd="0" presId="urn:microsoft.com/office/officeart/2005/8/layout/hierarchy5"/>
    <dgm:cxn modelId="{E9E4F641-BC2B-4B01-B732-B3F7B647D0C9}" type="presParOf" srcId="{565B3865-1218-4379-A721-9B7324FE72D5}" destId="{96A19CBD-B555-4B6A-8DB0-0271CF8E704B}" srcOrd="0" destOrd="0" presId="urn:microsoft.com/office/officeart/2005/8/layout/hierarchy5"/>
    <dgm:cxn modelId="{A3C5F79E-7C61-43BF-9666-035D8DAD4D3F}" type="presParOf" srcId="{96A19CBD-B555-4B6A-8DB0-0271CF8E704B}" destId="{A2EE736C-7F33-49C4-8490-73047A908994}" srcOrd="0" destOrd="0" presId="urn:microsoft.com/office/officeart/2005/8/layout/hierarchy5"/>
    <dgm:cxn modelId="{04FA88B9-EEC2-4F35-9E12-EF082972EE5E}" type="presParOf" srcId="{96A19CBD-B555-4B6A-8DB0-0271CF8E704B}" destId="{3E9901DC-D079-442A-9EC5-63E888857FF2}" srcOrd="1" destOrd="0" presId="urn:microsoft.com/office/officeart/2005/8/layout/hierarchy5"/>
    <dgm:cxn modelId="{F608371C-7869-4D3B-93FF-FC36446D2F05}" type="presParOf" srcId="{3E9901DC-D079-442A-9EC5-63E888857FF2}" destId="{23685C3E-7CF2-4842-9CBF-4DB5F8746123}" srcOrd="0" destOrd="0" presId="urn:microsoft.com/office/officeart/2005/8/layout/hierarchy5"/>
    <dgm:cxn modelId="{A248FEC9-E61B-4556-B8AE-5835C2C74449}" type="presParOf" srcId="{23685C3E-7CF2-4842-9CBF-4DB5F8746123}" destId="{DCA750E7-013B-49FC-92D2-3A0955E52F0E}" srcOrd="0" destOrd="0" presId="urn:microsoft.com/office/officeart/2005/8/layout/hierarchy5"/>
    <dgm:cxn modelId="{53365678-A346-42EA-AEDC-491BF326955F}" type="presParOf" srcId="{3E9901DC-D079-442A-9EC5-63E888857FF2}" destId="{E91851BF-44FF-4522-B2A9-DA64742C2B6D}" srcOrd="1" destOrd="0" presId="urn:microsoft.com/office/officeart/2005/8/layout/hierarchy5"/>
    <dgm:cxn modelId="{C6F58B55-854F-4941-93E6-4AC4847BE471}" type="presParOf" srcId="{E91851BF-44FF-4522-B2A9-DA64742C2B6D}" destId="{4FC10E29-D8E9-4C65-B1B2-B85331255B35}" srcOrd="0" destOrd="0" presId="urn:microsoft.com/office/officeart/2005/8/layout/hierarchy5"/>
    <dgm:cxn modelId="{CC5A5A9A-3998-4970-AB5B-C12A29DBE98E}" type="presParOf" srcId="{E91851BF-44FF-4522-B2A9-DA64742C2B6D}" destId="{798000C8-BEA0-47A5-A0EB-50AC89F6C168}" srcOrd="1" destOrd="0" presId="urn:microsoft.com/office/officeart/2005/8/layout/hierarchy5"/>
    <dgm:cxn modelId="{BAC4E85B-C3AC-49F5-AFDE-83A327F7D204}" type="presParOf" srcId="{798000C8-BEA0-47A5-A0EB-50AC89F6C168}" destId="{E741881B-4C66-47C8-BB25-25EE1DA8F6BB}" srcOrd="0" destOrd="0" presId="urn:microsoft.com/office/officeart/2005/8/layout/hierarchy5"/>
    <dgm:cxn modelId="{B91615A0-368A-4DD3-A5C4-135965C9E46D}" type="presParOf" srcId="{E741881B-4C66-47C8-BB25-25EE1DA8F6BB}" destId="{604C3FFE-3613-448E-809A-AEEDB6E9808B}" srcOrd="0" destOrd="0" presId="urn:microsoft.com/office/officeart/2005/8/layout/hierarchy5"/>
    <dgm:cxn modelId="{D9CED2A5-A0CD-43EE-B445-A5557CFE4481}" type="presParOf" srcId="{798000C8-BEA0-47A5-A0EB-50AC89F6C168}" destId="{7249AA93-08F5-4E8C-BCC6-B949EC168279}" srcOrd="1" destOrd="0" presId="urn:microsoft.com/office/officeart/2005/8/layout/hierarchy5"/>
    <dgm:cxn modelId="{BBF44B72-025E-4EFE-8D0D-8ED3C5D64C2D}" type="presParOf" srcId="{7249AA93-08F5-4E8C-BCC6-B949EC168279}" destId="{ABC64802-38C0-4F82-800C-F69BCE5D2A97}" srcOrd="0" destOrd="0" presId="urn:microsoft.com/office/officeart/2005/8/layout/hierarchy5"/>
    <dgm:cxn modelId="{C4D65D61-6F7A-4D88-96D1-F45EE6D37135}" type="presParOf" srcId="{7249AA93-08F5-4E8C-BCC6-B949EC168279}" destId="{8115EC9A-EFF1-4EBB-8714-518A18879AB9}" srcOrd="1" destOrd="0" presId="urn:microsoft.com/office/officeart/2005/8/layout/hierarchy5"/>
    <dgm:cxn modelId="{03C955F2-AC79-4B3A-92E7-694314C10FD1}" type="presParOf" srcId="{3E9901DC-D079-442A-9EC5-63E888857FF2}" destId="{990D7368-206E-44AB-A6EA-00FA651B83B8}" srcOrd="2" destOrd="0" presId="urn:microsoft.com/office/officeart/2005/8/layout/hierarchy5"/>
    <dgm:cxn modelId="{7431DFC6-7382-4428-8D55-B77BE1A91F66}" type="presParOf" srcId="{990D7368-206E-44AB-A6EA-00FA651B83B8}" destId="{5C0599FF-9956-4756-B3B1-07BF316FAA5C}" srcOrd="0" destOrd="0" presId="urn:microsoft.com/office/officeart/2005/8/layout/hierarchy5"/>
    <dgm:cxn modelId="{62B5E775-5AF9-4AB5-B536-AD0813B53CA0}" type="presParOf" srcId="{3E9901DC-D079-442A-9EC5-63E888857FF2}" destId="{CE78034A-4BAA-4FB3-8500-243E2554EF3E}" srcOrd="3" destOrd="0" presId="urn:microsoft.com/office/officeart/2005/8/layout/hierarchy5"/>
    <dgm:cxn modelId="{95F6CB75-54F3-44CA-A096-CF2D3E2FEF89}" type="presParOf" srcId="{CE78034A-4BAA-4FB3-8500-243E2554EF3E}" destId="{EEEFAF0C-DB65-4182-BFF8-072AB77BD737}" srcOrd="0" destOrd="0" presId="urn:microsoft.com/office/officeart/2005/8/layout/hierarchy5"/>
    <dgm:cxn modelId="{2A1F46F5-9CC0-4866-84B6-28A7673DBCE2}" type="presParOf" srcId="{CE78034A-4BAA-4FB3-8500-243E2554EF3E}" destId="{CCD7C24A-39F2-4853-BB01-DF188DA52584}" srcOrd="1" destOrd="0" presId="urn:microsoft.com/office/officeart/2005/8/layout/hierarchy5"/>
    <dgm:cxn modelId="{DDFC36D2-CA8D-438F-AA1E-DFE4A64B2205}" type="presParOf" srcId="{CCD7C24A-39F2-4853-BB01-DF188DA52584}" destId="{D07A3DC2-2F40-4691-921D-A00492B321C3}" srcOrd="0" destOrd="0" presId="urn:microsoft.com/office/officeart/2005/8/layout/hierarchy5"/>
    <dgm:cxn modelId="{6ACE7155-B843-458A-8126-6151798C16C7}" type="presParOf" srcId="{D07A3DC2-2F40-4691-921D-A00492B321C3}" destId="{DAD78091-1527-46C5-9837-4FAAAC481DB6}" srcOrd="0" destOrd="0" presId="urn:microsoft.com/office/officeart/2005/8/layout/hierarchy5"/>
    <dgm:cxn modelId="{1BA32F8E-7523-4D24-B25D-43E0FBCD2958}" type="presParOf" srcId="{CCD7C24A-39F2-4853-BB01-DF188DA52584}" destId="{5B32C832-8045-43B9-8B4D-4E2B229DF740}" srcOrd="1" destOrd="0" presId="urn:microsoft.com/office/officeart/2005/8/layout/hierarchy5"/>
    <dgm:cxn modelId="{07D2440C-2D6C-4531-9E3E-BDB0F336BCC7}" type="presParOf" srcId="{5B32C832-8045-43B9-8B4D-4E2B229DF740}" destId="{4539FD97-6532-4601-A2B9-2279E0034E8D}" srcOrd="0" destOrd="0" presId="urn:microsoft.com/office/officeart/2005/8/layout/hierarchy5"/>
    <dgm:cxn modelId="{9CCB9DDF-3044-4E54-89B7-950AD0254F20}" type="presParOf" srcId="{5B32C832-8045-43B9-8B4D-4E2B229DF740}" destId="{F85773B5-D604-4947-93A1-985B9A7B31E9}" srcOrd="1" destOrd="0" presId="urn:microsoft.com/office/officeart/2005/8/layout/hierarchy5"/>
    <dgm:cxn modelId="{ACF138E4-0885-419B-8B63-689CCD50DE5B}" type="presParOf" srcId="{CCD7C24A-39F2-4853-BB01-DF188DA52584}" destId="{AF232BF2-330E-43FC-84FF-6CF14C51F126}" srcOrd="2" destOrd="0" presId="urn:microsoft.com/office/officeart/2005/8/layout/hierarchy5"/>
    <dgm:cxn modelId="{E184A6E8-06C4-4E36-9DE1-CA1F679D8D6F}" type="presParOf" srcId="{AF232BF2-330E-43FC-84FF-6CF14C51F126}" destId="{FE33EFFF-AD9E-4F90-954C-80F9B41A8E84}" srcOrd="0" destOrd="0" presId="urn:microsoft.com/office/officeart/2005/8/layout/hierarchy5"/>
    <dgm:cxn modelId="{F4ED4AFD-B62E-4907-9F82-28E893E7F33F}" type="presParOf" srcId="{CCD7C24A-39F2-4853-BB01-DF188DA52584}" destId="{DE474CE8-D918-4C9E-886C-103FC60E617D}" srcOrd="3" destOrd="0" presId="urn:microsoft.com/office/officeart/2005/8/layout/hierarchy5"/>
    <dgm:cxn modelId="{FF4E05E8-6D0F-4A4D-880D-5248752EA93A}" type="presParOf" srcId="{DE474CE8-D918-4C9E-886C-103FC60E617D}" destId="{C7C9F5C8-A5DE-4430-A4BB-66973F55BAEC}" srcOrd="0" destOrd="0" presId="urn:microsoft.com/office/officeart/2005/8/layout/hierarchy5"/>
    <dgm:cxn modelId="{F0143AC7-2E06-4E80-9B15-80147CC572FF}" type="presParOf" srcId="{DE474CE8-D918-4C9E-886C-103FC60E617D}" destId="{B0F335FD-E995-46E5-A41D-490B689FAA2F}" srcOrd="1" destOrd="0" presId="urn:microsoft.com/office/officeart/2005/8/layout/hierarchy5"/>
    <dgm:cxn modelId="{54D9ED9B-A0A9-43CB-A870-55E3526DBE43}" type="presParOf" srcId="{3E9901DC-D079-442A-9EC5-63E888857FF2}" destId="{F11EB57B-1137-4B8A-AD80-900FBA4FE75B}" srcOrd="4" destOrd="0" presId="urn:microsoft.com/office/officeart/2005/8/layout/hierarchy5"/>
    <dgm:cxn modelId="{7ECA0E37-9F16-45D9-B020-400B3A127737}" type="presParOf" srcId="{F11EB57B-1137-4B8A-AD80-900FBA4FE75B}" destId="{F15DC4AF-142E-436A-857E-3DF779FFF8FA}" srcOrd="0" destOrd="0" presId="urn:microsoft.com/office/officeart/2005/8/layout/hierarchy5"/>
    <dgm:cxn modelId="{C77A6792-7CAF-41B3-A219-D3B77FABD08F}" type="presParOf" srcId="{3E9901DC-D079-442A-9EC5-63E888857FF2}" destId="{BE599BC5-5050-4B65-A9F9-851B778E9F2B}" srcOrd="5" destOrd="0" presId="urn:microsoft.com/office/officeart/2005/8/layout/hierarchy5"/>
    <dgm:cxn modelId="{6783CD7F-B5C1-4995-BC45-B177F53B4A7B}" type="presParOf" srcId="{BE599BC5-5050-4B65-A9F9-851B778E9F2B}" destId="{37F110D1-1BEC-4DC0-A0C8-4A59B011EF7F}" srcOrd="0" destOrd="0" presId="urn:microsoft.com/office/officeart/2005/8/layout/hierarchy5"/>
    <dgm:cxn modelId="{CA551256-F82D-4EBD-B843-2F79DC8F0C68}" type="presParOf" srcId="{BE599BC5-5050-4B65-A9F9-851B778E9F2B}" destId="{B2E41822-393A-4A02-9A54-A43FD4E1D4C2}" srcOrd="1" destOrd="0" presId="urn:microsoft.com/office/officeart/2005/8/layout/hierarchy5"/>
    <dgm:cxn modelId="{B95C903D-3E68-4D60-BD0A-43E4175C7975}" type="presParOf" srcId="{B2E41822-393A-4A02-9A54-A43FD4E1D4C2}" destId="{6CBEC10E-1D78-4082-88CB-91660812BBDB}" srcOrd="0" destOrd="0" presId="urn:microsoft.com/office/officeart/2005/8/layout/hierarchy5"/>
    <dgm:cxn modelId="{D222A744-CCB4-4989-AD92-53C49AC77024}" type="presParOf" srcId="{6CBEC10E-1D78-4082-88CB-91660812BBDB}" destId="{72AF6913-74C4-4EB9-BF45-390672E0424A}" srcOrd="0" destOrd="0" presId="urn:microsoft.com/office/officeart/2005/8/layout/hierarchy5"/>
    <dgm:cxn modelId="{81E9158A-7D15-4BF5-B7F1-337C93419B86}" type="presParOf" srcId="{B2E41822-393A-4A02-9A54-A43FD4E1D4C2}" destId="{0AAB0DCF-A323-41CA-B0EA-FAEDADA58735}" srcOrd="1" destOrd="0" presId="urn:microsoft.com/office/officeart/2005/8/layout/hierarchy5"/>
    <dgm:cxn modelId="{6DFF114F-A7B5-47BD-8DE6-127897DD32C4}" type="presParOf" srcId="{0AAB0DCF-A323-41CA-B0EA-FAEDADA58735}" destId="{51CFE6A2-8463-4F9D-8CE0-FA747F46DC69}" srcOrd="0" destOrd="0" presId="urn:microsoft.com/office/officeart/2005/8/layout/hierarchy5"/>
    <dgm:cxn modelId="{2CFC6F77-D23B-4B01-BAA4-B440718C7A41}" type="presParOf" srcId="{0AAB0DCF-A323-41CA-B0EA-FAEDADA58735}" destId="{87ED462A-62D6-40E6-B24E-47DC3F364705}" srcOrd="1" destOrd="0" presId="urn:microsoft.com/office/officeart/2005/8/layout/hierarchy5"/>
    <dgm:cxn modelId="{1B1DCBE0-C32D-40FB-89B2-6D4A986189A1}" type="presParOf" srcId="{5AD3EFF3-4CC9-4DA6-9447-D3E02971F6CA}" destId="{309D5815-F85F-4091-B5AC-43F25634962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E736C-7F33-49C4-8490-73047A908994}">
      <dsp:nvSpPr>
        <dsp:cNvPr id="0" name=""/>
        <dsp:cNvSpPr/>
      </dsp:nvSpPr>
      <dsp:spPr>
        <a:xfrm>
          <a:off x="289297" y="2005957"/>
          <a:ext cx="2705303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unc>
                  <m:funcPr>
                    <m:ctrlPr>
                      <a:rPr lang="en-US" sz="2000" i="1" kern="1200" smtClean="0">
                        <a:latin typeface="Cambria Math" panose="02040503050406030204" pitchFamily="18" charset="0"/>
                      </a:rPr>
                    </m:ctrlPr>
                  </m:funcPr>
                  <m:fName>
                    <m:limLow>
                      <m:limLowPr>
                        <m:ctrlPr>
                          <a:rPr lang="en-US" sz="2000" i="1" kern="120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 kern="1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d>
                          <m:d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 kern="1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lim>
                    </m:limLow>
                  </m:fName>
                  <m:e>
                    <m:f>
                      <m:fPr>
                        <m:ctrlPr>
                          <a:rPr lang="en-US" sz="2000" b="0" i="1" kern="12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kern="12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120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kern="120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kern="120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</m:e>
                </m:func>
              </m:oMath>
            </m:oMathPara>
          </a14:m>
          <a:endParaRPr lang="en-US" sz="2000" kern="1200" dirty="0"/>
        </a:p>
      </dsp:txBody>
      <dsp:txXfrm>
        <a:off x="323335" y="2039995"/>
        <a:ext cx="2637227" cy="1094065"/>
      </dsp:txXfrm>
    </dsp:sp>
    <dsp:sp modelId="{23685C3E-7CF2-4842-9CBF-4DB5F8746123}">
      <dsp:nvSpPr>
        <dsp:cNvPr id="0" name=""/>
        <dsp:cNvSpPr/>
      </dsp:nvSpPr>
      <dsp:spPr>
        <a:xfrm rot="17692822">
          <a:off x="2354562" y="1564466"/>
          <a:ext cx="220978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20978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404212" y="1529436"/>
        <a:ext cx="110489" cy="110489"/>
      </dsp:txXfrm>
    </dsp:sp>
    <dsp:sp modelId="{4FC10E29-D8E9-4C65-B1B2-B85331255B35}">
      <dsp:nvSpPr>
        <dsp:cNvPr id="0" name=""/>
        <dsp:cNvSpPr/>
      </dsp:nvSpPr>
      <dsp:spPr>
        <a:xfrm>
          <a:off x="3924313" y="1263"/>
          <a:ext cx="2556874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000" i="1" kern="1200" smtClean="0">
                  <a:latin typeface="Cambria Math" panose="02040503050406030204" pitchFamily="18" charset="0"/>
                </a:rPr>
                <m:t>𝑓</m:t>
              </m:r>
              <m:d>
                <m:dPr>
                  <m:ctrlPr>
                    <a:rPr lang="en-US" sz="20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en-US" sz="20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lang="en-US" sz="2000" i="1" kern="1200"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lang="en-US" sz="20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e>
              </m:d>
              <m:r>
                <a:rPr lang="en-US" sz="20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≠</m:t>
              </m:r>
              <m:r>
                <a:rPr lang="en-US" sz="2000" b="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0</m:t>
              </m:r>
            </m:oMath>
          </a14:m>
          <a:r>
            <a:rPr lang="en-US" sz="2000" kern="1200" dirty="0"/>
            <a:t> and </a:t>
          </a:r>
          <a14:m xmlns:a14="http://schemas.microsoft.com/office/drawing/2010/main">
            <m:oMath xmlns:m="http://schemas.openxmlformats.org/officeDocument/2006/math">
              <m:r>
                <a:rPr lang="en-US" sz="2000" b="0" i="1" kern="1200" smtClean="0">
                  <a:latin typeface="Cambria Math" panose="02040503050406030204" pitchFamily="18" charset="0"/>
                </a:rPr>
                <m:t>𝑔</m:t>
              </m:r>
              <m:d>
                <m:dPr>
                  <m:ctrlPr>
                    <a:rPr lang="en-US" sz="20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en-US" sz="20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lang="en-US" sz="2000" i="1" kern="1200"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lang="en-US" sz="20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 lang="en-US" sz="2000" i="1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e>
              </m:d>
              <m:r>
                <a:rPr lang="en-US" sz="2000" b="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≠0</m:t>
              </m:r>
            </m:oMath>
          </a14:m>
          <a:endParaRPr lang="en-US" sz="2000" kern="1200" dirty="0"/>
        </a:p>
      </dsp:txBody>
      <dsp:txXfrm>
        <a:off x="3958351" y="35301"/>
        <a:ext cx="2488798" cy="1094065"/>
      </dsp:txXfrm>
    </dsp:sp>
    <dsp:sp modelId="{E741881B-4C66-47C8-BB25-25EE1DA8F6BB}">
      <dsp:nvSpPr>
        <dsp:cNvPr id="0" name=""/>
        <dsp:cNvSpPr/>
      </dsp:nvSpPr>
      <dsp:spPr>
        <a:xfrm>
          <a:off x="6481188" y="562119"/>
          <a:ext cx="92971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9713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2802" y="559091"/>
        <a:ext cx="46485" cy="46485"/>
      </dsp:txXfrm>
    </dsp:sp>
    <dsp:sp modelId="{ABC64802-38C0-4F82-800C-F69BCE5D2A97}">
      <dsp:nvSpPr>
        <dsp:cNvPr id="0" name=""/>
        <dsp:cNvSpPr/>
      </dsp:nvSpPr>
      <dsp:spPr>
        <a:xfrm>
          <a:off x="7410901" y="1263"/>
          <a:ext cx="2324283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>
                  <m:fPr>
                    <m:ctrlPr>
                      <a:rPr lang="en-US" sz="2000" b="0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2000" i="1" kern="12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num>
                  <m:den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den>
                </m:f>
              </m:oMath>
            </m:oMathPara>
          </a14:m>
          <a:endParaRPr lang="en-US" sz="2000" kern="1200" dirty="0"/>
        </a:p>
      </dsp:txBody>
      <dsp:txXfrm>
        <a:off x="7444939" y="35301"/>
        <a:ext cx="2256207" cy="1094065"/>
      </dsp:txXfrm>
    </dsp:sp>
    <dsp:sp modelId="{990D7368-206E-44AB-A6EA-00FA651B83B8}">
      <dsp:nvSpPr>
        <dsp:cNvPr id="0" name=""/>
        <dsp:cNvSpPr/>
      </dsp:nvSpPr>
      <dsp:spPr>
        <a:xfrm>
          <a:off x="2994600" y="2566813"/>
          <a:ext cx="92971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9713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36214" y="2563785"/>
        <a:ext cx="46485" cy="46485"/>
      </dsp:txXfrm>
    </dsp:sp>
    <dsp:sp modelId="{EEEFAF0C-DB65-4182-BFF8-072AB77BD737}">
      <dsp:nvSpPr>
        <dsp:cNvPr id="0" name=""/>
        <dsp:cNvSpPr/>
      </dsp:nvSpPr>
      <dsp:spPr>
        <a:xfrm>
          <a:off x="3924313" y="2005957"/>
          <a:ext cx="2324283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>
                  <m:fPr>
                    <m:ctrlPr>
                      <a:rPr lang="en-US" sz="2000" b="0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2000" i="1" kern="12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0</m:t>
                    </m:r>
                  </m:num>
                  <m:den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0</m:t>
                    </m:r>
                  </m:den>
                </m:f>
              </m:oMath>
            </m:oMathPara>
          </a14:m>
          <a:endParaRPr lang="en-US" sz="2000" kern="1200" dirty="0"/>
        </a:p>
      </dsp:txBody>
      <dsp:txXfrm>
        <a:off x="3958351" y="2039995"/>
        <a:ext cx="2256207" cy="1094065"/>
      </dsp:txXfrm>
    </dsp:sp>
    <dsp:sp modelId="{D07A3DC2-2F40-4691-921D-A00492B321C3}">
      <dsp:nvSpPr>
        <dsp:cNvPr id="0" name=""/>
        <dsp:cNvSpPr/>
      </dsp:nvSpPr>
      <dsp:spPr>
        <a:xfrm rot="19457599">
          <a:off x="6140981" y="2232697"/>
          <a:ext cx="11449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44945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84830" y="2224289"/>
        <a:ext cx="57247" cy="57247"/>
      </dsp:txXfrm>
    </dsp:sp>
    <dsp:sp modelId="{4539FD97-6532-4601-A2B9-2279E0034E8D}">
      <dsp:nvSpPr>
        <dsp:cNvPr id="0" name=""/>
        <dsp:cNvSpPr/>
      </dsp:nvSpPr>
      <dsp:spPr>
        <a:xfrm>
          <a:off x="7178310" y="1337726"/>
          <a:ext cx="3418370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Factorize and rationalize to  remove zero denominator</a:t>
          </a:r>
        </a:p>
      </dsp:txBody>
      <dsp:txXfrm>
        <a:off x="7212348" y="1371764"/>
        <a:ext cx="3350294" cy="1094065"/>
      </dsp:txXfrm>
    </dsp:sp>
    <dsp:sp modelId="{AF232BF2-330E-43FC-84FF-6CF14C51F126}">
      <dsp:nvSpPr>
        <dsp:cNvPr id="0" name=""/>
        <dsp:cNvSpPr/>
      </dsp:nvSpPr>
      <dsp:spPr>
        <a:xfrm rot="2142401">
          <a:off x="6140981" y="2900929"/>
          <a:ext cx="11449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44945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84830" y="2892520"/>
        <a:ext cx="57247" cy="57247"/>
      </dsp:txXfrm>
    </dsp:sp>
    <dsp:sp modelId="{C7C9F5C8-A5DE-4430-A4BB-66973F55BAEC}">
      <dsp:nvSpPr>
        <dsp:cNvPr id="0" name=""/>
        <dsp:cNvSpPr/>
      </dsp:nvSpPr>
      <dsp:spPr>
        <a:xfrm>
          <a:off x="7178310" y="2674189"/>
          <a:ext cx="2868049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Limits along curves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(Curves will be specified in this case)</a:t>
          </a:r>
        </a:p>
      </dsp:txBody>
      <dsp:txXfrm>
        <a:off x="7212348" y="2708227"/>
        <a:ext cx="2799973" cy="1094065"/>
      </dsp:txXfrm>
    </dsp:sp>
    <dsp:sp modelId="{F11EB57B-1137-4B8A-AD80-900FBA4FE75B}">
      <dsp:nvSpPr>
        <dsp:cNvPr id="0" name=""/>
        <dsp:cNvSpPr/>
      </dsp:nvSpPr>
      <dsp:spPr>
        <a:xfrm rot="3907178">
          <a:off x="2354562" y="3569160"/>
          <a:ext cx="220978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20978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404212" y="3534131"/>
        <a:ext cx="110489" cy="110489"/>
      </dsp:txXfrm>
    </dsp:sp>
    <dsp:sp modelId="{37F110D1-1BEC-4DC0-A0C8-4A59B011EF7F}">
      <dsp:nvSpPr>
        <dsp:cNvPr id="0" name=""/>
        <dsp:cNvSpPr/>
      </dsp:nvSpPr>
      <dsp:spPr>
        <a:xfrm>
          <a:off x="3924313" y="4010652"/>
          <a:ext cx="2324283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>
                  <m:fPr>
                    <m:ctrlPr>
                      <a:rPr lang="en-US" sz="20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fPr>
                  <m:num>
                    <m:r>
                      <a:rPr lang="en-US" sz="2000" i="1" kern="12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num>
                  <m:den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0</m:t>
                    </m:r>
                  </m:den>
                </m:f>
              </m:oMath>
            </m:oMathPara>
          </a14:m>
          <a:endParaRPr lang="en-US" sz="2000" kern="1200" dirty="0"/>
        </a:p>
      </dsp:txBody>
      <dsp:txXfrm>
        <a:off x="3958351" y="4044690"/>
        <a:ext cx="2256207" cy="1094065"/>
      </dsp:txXfrm>
    </dsp:sp>
    <dsp:sp modelId="{6CBEC10E-1D78-4082-88CB-91660812BBDB}">
      <dsp:nvSpPr>
        <dsp:cNvPr id="0" name=""/>
        <dsp:cNvSpPr/>
      </dsp:nvSpPr>
      <dsp:spPr>
        <a:xfrm>
          <a:off x="6248597" y="4571508"/>
          <a:ext cx="92971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9713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90211" y="4568480"/>
        <a:ext cx="46485" cy="46485"/>
      </dsp:txXfrm>
    </dsp:sp>
    <dsp:sp modelId="{51CFE6A2-8463-4F9D-8CE0-FA747F46DC69}">
      <dsp:nvSpPr>
        <dsp:cNvPr id="0" name=""/>
        <dsp:cNvSpPr/>
      </dsp:nvSpPr>
      <dsp:spPr>
        <a:xfrm>
          <a:off x="7178310" y="4010652"/>
          <a:ext cx="2324283" cy="11621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>
                  <m:fPr>
                    <m:ctrlPr>
                      <a:rPr lang="en-US" sz="2000" b="0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2000" i="1" kern="1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kern="12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num>
                  <m:den>
                    <m:r>
                      <a:rPr lang="en-US" sz="2000" b="0" i="1" kern="120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120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den>
                </m:f>
                <m:r>
                  <a:rPr lang="en-US" sz="2000" b="0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→±∞</m:t>
                </m:r>
              </m:oMath>
            </m:oMathPara>
          </a14:m>
          <a:endParaRPr lang="en-US" sz="2000" kern="1200" dirty="0"/>
        </a:p>
      </dsp:txBody>
      <dsp:txXfrm>
        <a:off x="7212348" y="4044690"/>
        <a:ext cx="2256207" cy="1094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4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07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3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1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9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5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1C42C7D-A649-418D-B599-B2B0766ABEB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04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B708-2819-4DB5-AA44-86E26A16E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MATH-234 </a:t>
            </a:r>
            <a:br>
              <a:rPr lang="en-US" dirty="0">
                <a:latin typeface="Bahnschrift Condensed" panose="020B0502040204020203" pitchFamily="34" charset="0"/>
              </a:rPr>
            </a:br>
            <a:r>
              <a:rPr lang="en-US" dirty="0">
                <a:latin typeface="Bahnschrift Condensed" panose="020B0502040204020203" pitchFamily="34" charset="0"/>
              </a:rPr>
              <a:t>Multivariable Calculus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41C40-E043-4E5D-B07C-5DA46258C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Dr. </a:t>
            </a:r>
            <a:r>
              <a:rPr lang="en-US" dirty="0" err="1"/>
              <a:t>Atifa</a:t>
            </a:r>
            <a:r>
              <a:rPr lang="en-US" dirty="0"/>
              <a:t> </a:t>
            </a:r>
            <a:r>
              <a:rPr lang="en-US" dirty="0" err="1"/>
              <a:t>Kanwal</a:t>
            </a:r>
            <a:endParaRPr lang="en-US" dirty="0"/>
          </a:p>
          <a:p>
            <a:r>
              <a:rPr lang="en-US" dirty="0"/>
              <a:t>Office # A-213</a:t>
            </a:r>
          </a:p>
          <a:p>
            <a:r>
              <a:rPr lang="en-US" cap="none" dirty="0"/>
              <a:t>atifa.kanwal@seecs.edu.pk</a:t>
            </a:r>
          </a:p>
        </p:txBody>
      </p:sp>
    </p:spTree>
    <p:extLst>
      <p:ext uri="{BB962C8B-B14F-4D97-AF65-F5344CB8AC3E}">
        <p14:creationId xmlns:p14="http://schemas.microsoft.com/office/powerpoint/2010/main" val="337585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46609-B754-4914-916A-B0F72F15A682}"/>
              </a:ext>
            </a:extLst>
          </p:cNvPr>
          <p:cNvSpPr/>
          <p:nvPr/>
        </p:nvSpPr>
        <p:spPr>
          <a:xfrm>
            <a:off x="569419" y="436096"/>
            <a:ext cx="3159070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Practice Questions: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602996-56E0-4EB6-BD15-95B074309E79}"/>
                  </a:ext>
                </a:extLst>
              </p:cNvPr>
              <p:cNvSpPr txBox="1"/>
              <p:nvPr/>
            </p:nvSpPr>
            <p:spPr>
              <a:xfrm>
                <a:off x="545175" y="1213658"/>
                <a:ext cx="11076018" cy="468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200" dirty="0"/>
                  <a:t>Evaluate limit of the following function along coordinate axes.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200" dirty="0"/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2. Does limit of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)→(0,0)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exists?</a:t>
                </a:r>
              </a:p>
              <a:p>
                <a:r>
                  <a:rPr lang="en-US" sz="2200" dirty="0"/>
                  <a:t>3. Discuss whether the limit of the following function exists?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602996-56E0-4EB6-BD15-95B074309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75" y="1213658"/>
                <a:ext cx="11076018" cy="4688848"/>
              </a:xfrm>
              <a:prstGeom prst="rect">
                <a:avLst/>
              </a:prstGeom>
              <a:blipFill>
                <a:blip r:embed="rId2"/>
                <a:stretch>
                  <a:fillRect l="-715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50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FEE71-1A7F-4FAD-B8BF-50A6D2B5C80C}"/>
              </a:ext>
            </a:extLst>
          </p:cNvPr>
          <p:cNvSpPr txBox="1"/>
          <p:nvPr/>
        </p:nvSpPr>
        <p:spPr>
          <a:xfrm>
            <a:off x="473827" y="232756"/>
            <a:ext cx="11222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ahnschrift Condensed" panose="020B0502040204020203" pitchFamily="34" charset="0"/>
              </a:rPr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C7315845-84FD-4F51-8892-DEB947BD4743}"/>
                  </a:ext>
                </a:extLst>
              </p:cNvPr>
              <p:cNvGraphicFramePr/>
              <p:nvPr>
                <p:extLst/>
              </p:nvPr>
            </p:nvGraphicFramePr>
            <p:xfrm>
              <a:off x="394393" y="644851"/>
              <a:ext cx="10885978" cy="51740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C7315845-84FD-4F51-8892-DEB947BD47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21759151"/>
                  </p:ext>
                </p:extLst>
              </p:nvPr>
            </p:nvGraphicFramePr>
            <p:xfrm>
              <a:off x="394393" y="644851"/>
              <a:ext cx="10885978" cy="51740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799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E1807-2262-4832-8F86-7F90448B7744}"/>
              </a:ext>
            </a:extLst>
          </p:cNvPr>
          <p:cNvSpPr txBox="1"/>
          <p:nvPr/>
        </p:nvSpPr>
        <p:spPr>
          <a:xfrm>
            <a:off x="412200" y="304678"/>
            <a:ext cx="6213043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Sandwich Theorem for Functions of two variables </a:t>
            </a:r>
            <a:endParaRPr lang="en-US" sz="22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650609-ADE6-4416-80B3-1F472D8164CF}"/>
                  </a:ext>
                </a:extLst>
              </p:cNvPr>
              <p:cNvSpPr txBox="1"/>
              <p:nvPr/>
            </p:nvSpPr>
            <p:spPr>
              <a:xfrm>
                <a:off x="610983" y="1122218"/>
                <a:ext cx="10852268" cy="1107996"/>
              </a:xfrm>
              <a:prstGeom prst="rect">
                <a:avLst/>
              </a:prstGeom>
              <a:solidFill>
                <a:srgbClr val="F6C3AC"/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for all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)≠(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in a disk centered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and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200" dirty="0"/>
                  <a:t> have the same finite limit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650609-ADE6-4416-80B3-1F472D816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1122218"/>
                <a:ext cx="10852268" cy="1107996"/>
              </a:xfrm>
              <a:prstGeom prst="rect">
                <a:avLst/>
              </a:prstGeom>
              <a:blipFill>
                <a:blip r:embed="rId2"/>
                <a:stretch>
                  <a:fillRect l="-730" t="-4396" b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DC20F67-0A1B-424B-AC26-5D4823A7975D}"/>
              </a:ext>
            </a:extLst>
          </p:cNvPr>
          <p:cNvSpPr/>
          <p:nvPr/>
        </p:nvSpPr>
        <p:spPr>
          <a:xfrm>
            <a:off x="412200" y="2524534"/>
            <a:ext cx="1814086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 5: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AD1A90-EE32-4EE2-ADFB-17C88F92C54D}"/>
                  </a:ext>
                </a:extLst>
              </p:cNvPr>
              <p:cNvSpPr txBox="1"/>
              <p:nvPr/>
            </p:nvSpPr>
            <p:spPr>
              <a:xfrm>
                <a:off x="610983" y="3429000"/>
                <a:ext cx="3944392" cy="22431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Then find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AD1A90-EE32-4EE2-ADFB-17C88F92C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3429000"/>
                <a:ext cx="3944392" cy="2243115"/>
              </a:xfrm>
              <a:prstGeom prst="rect">
                <a:avLst/>
              </a:prstGeom>
              <a:blipFill>
                <a:blip r:embed="rId3"/>
                <a:stretch>
                  <a:fillRect l="-1849" t="-162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B4CC99-DEBE-4715-A9DB-6FE6A405F6CF}"/>
                  </a:ext>
                </a:extLst>
              </p:cNvPr>
              <p:cNvSpPr txBox="1"/>
              <p:nvPr/>
            </p:nvSpPr>
            <p:spPr>
              <a:xfrm>
                <a:off x="5418509" y="2531461"/>
                <a:ext cx="6044741" cy="297959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Solution:</a:t>
                </a:r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Then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B4CC99-DEBE-4715-A9DB-6FE6A405F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509" y="2531461"/>
                <a:ext cx="6044741" cy="2979598"/>
              </a:xfrm>
              <a:prstGeom prst="rect">
                <a:avLst/>
              </a:prstGeom>
              <a:blipFill>
                <a:blip r:embed="rId4"/>
                <a:stretch>
                  <a:fillRect l="-1208" t="-101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38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112C-2C27-4296-B8BE-26B5D202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Continuity for Functions of Two Variables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75566B-8D9F-4139-BECE-A89BF7F9628B}"/>
                  </a:ext>
                </a:extLst>
              </p:cNvPr>
              <p:cNvSpPr txBox="1"/>
              <p:nvPr/>
            </p:nvSpPr>
            <p:spPr>
              <a:xfrm>
                <a:off x="274321" y="1812175"/>
                <a:ext cx="5153890" cy="410791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continuous at a point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if the following conditions are satisfied. </a:t>
                </a:r>
              </a:p>
              <a:p>
                <a:pPr marL="342900" indent="-342900">
                  <a:buAutoNum type="alphaLcPeriod"/>
                </a:pP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is defined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AutoNum type="alphaLcPeriod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200" dirty="0"/>
                  <a:t> exists.</a:t>
                </a:r>
              </a:p>
              <a:p>
                <a:pPr marL="342900" indent="-342900">
                  <a:buAutoNum type="alphaLcPeriod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A function is continuous if it is continuous at every point of its domain.</a:t>
                </a:r>
              </a:p>
              <a:p>
                <a:r>
                  <a:rPr lang="en-US" sz="2200" dirty="0"/>
                  <a:t>If function is continuous at every point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𝑝𝑙𝑎𝑛𝑒</m:t>
                    </m:r>
                  </m:oMath>
                </a14:m>
                <a:r>
                  <a:rPr lang="en-US" sz="2200" dirty="0"/>
                  <a:t> then it is continuous everywhere.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75566B-8D9F-4139-BECE-A89BF7F96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1" y="1812175"/>
                <a:ext cx="5153890" cy="4107919"/>
              </a:xfrm>
              <a:prstGeom prst="rect">
                <a:avLst/>
              </a:prstGeom>
              <a:blipFill>
                <a:blip r:embed="rId2"/>
                <a:stretch>
                  <a:fillRect l="-1417" t="-740" b="-19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B70DB61-D0B3-44FC-AC70-B7ED2DFCAEAC}"/>
              </a:ext>
            </a:extLst>
          </p:cNvPr>
          <p:cNvSpPr txBox="1"/>
          <p:nvPr/>
        </p:nvSpPr>
        <p:spPr>
          <a:xfrm>
            <a:off x="5582718" y="1812175"/>
            <a:ext cx="1474787" cy="4616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D18A53-BFFF-46A6-B501-6B4A8C2D0874}"/>
                  </a:ext>
                </a:extLst>
              </p:cNvPr>
              <p:cNvSpPr/>
              <p:nvPr/>
            </p:nvSpPr>
            <p:spPr>
              <a:xfrm>
                <a:off x="5658195" y="2506013"/>
                <a:ext cx="6259484" cy="313932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A composition of continuous functions is continuous.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A sum, difference, or product of continuous functions is continuous.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A quotient of continuous functions is continuous, except where the denominator is zero.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continuous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continuous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continuous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D18A53-BFFF-46A6-B501-6B4A8C2D0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195" y="2506013"/>
                <a:ext cx="6259484" cy="3139321"/>
              </a:xfrm>
              <a:prstGeom prst="rect">
                <a:avLst/>
              </a:prstGeom>
              <a:blipFill>
                <a:blip r:embed="rId3"/>
                <a:stretch>
                  <a:fillRect l="-972" t="-1161" r="-583" b="-290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47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3F32BF-BAA2-4C8A-B92D-2AEA19FB4096}"/>
              </a:ext>
            </a:extLst>
          </p:cNvPr>
          <p:cNvSpPr/>
          <p:nvPr/>
        </p:nvSpPr>
        <p:spPr>
          <a:xfrm>
            <a:off x="386540" y="335662"/>
            <a:ext cx="1579278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Example 1: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2B6999-31A6-4A9D-81A2-23A9614C1109}"/>
                  </a:ext>
                </a:extLst>
              </p:cNvPr>
              <p:cNvSpPr txBox="1"/>
              <p:nvPr/>
            </p:nvSpPr>
            <p:spPr>
              <a:xfrm>
                <a:off x="382385" y="997527"/>
                <a:ext cx="5245331" cy="404078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Discuss continuity of the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num>
                      <m:den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200" dirty="0"/>
                  <a:t> at the point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(−1,2)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b="1" dirty="0"/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)→(−1,2)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)→(−1,2)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)→(−1,2)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−1,2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Therefore function is continuous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(−1,2)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2B6999-31A6-4A9D-81A2-23A9614C1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5" y="997527"/>
                <a:ext cx="5245331" cy="4040786"/>
              </a:xfrm>
              <a:prstGeom prst="rect">
                <a:avLst/>
              </a:prstGeom>
              <a:blipFill>
                <a:blip r:embed="rId2"/>
                <a:stretch>
                  <a:fillRect l="-1392" t="-904" b="-195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8E764F8-84C3-420F-9B9A-F57EADE1B3D4}"/>
              </a:ext>
            </a:extLst>
          </p:cNvPr>
          <p:cNvSpPr/>
          <p:nvPr/>
        </p:nvSpPr>
        <p:spPr>
          <a:xfrm>
            <a:off x="6066904" y="335662"/>
            <a:ext cx="1579278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Example 2: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13A36D-491C-4A3F-8810-5065E0DEED12}"/>
                  </a:ext>
                </a:extLst>
              </p:cNvPr>
              <p:cNvSpPr txBox="1"/>
              <p:nvPr/>
            </p:nvSpPr>
            <p:spPr>
              <a:xfrm>
                <a:off x="6062749" y="1014152"/>
                <a:ext cx="5245331" cy="34267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Find the region where the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den>
                    </m:f>
                  </m:oMath>
                </a14:m>
                <a:r>
                  <a:rPr lang="en-US" sz="2200" dirty="0"/>
                  <a:t> is continuous.</a:t>
                </a:r>
              </a:p>
              <a:p>
                <a:r>
                  <a:rPr lang="en-US" sz="2200" b="1" dirty="0"/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Is defined except the points 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b="0" dirty="0">
                  <a:ea typeface="Cambria Math" panose="02040503050406030204" pitchFamily="18" charset="0"/>
                </a:endParaRPr>
              </a:p>
              <a:p>
                <a:r>
                  <a:rPr lang="en-US" sz="2200" dirty="0"/>
                  <a:t>The given function is not continuous along the hyperbola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13A36D-491C-4A3F-8810-5065E0DEE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749" y="1014152"/>
                <a:ext cx="5245331" cy="3426772"/>
              </a:xfrm>
              <a:prstGeom prst="rect">
                <a:avLst/>
              </a:prstGeom>
              <a:blipFill>
                <a:blip r:embed="rId3"/>
                <a:stretch>
                  <a:fillRect l="-1392" t="-887" b="-266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89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BC1766-5B96-4250-82D4-76D47A9CFC9F}"/>
              </a:ext>
            </a:extLst>
          </p:cNvPr>
          <p:cNvSpPr/>
          <p:nvPr/>
        </p:nvSpPr>
        <p:spPr>
          <a:xfrm>
            <a:off x="339434" y="269160"/>
            <a:ext cx="1579278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Example 3: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B17A91-1A56-40E7-A8CB-8BFADD3FFBFF}"/>
                  </a:ext>
                </a:extLst>
              </p:cNvPr>
              <p:cNvSpPr txBox="1"/>
              <p:nvPr/>
            </p:nvSpPr>
            <p:spPr>
              <a:xfrm>
                <a:off x="2234735" y="269160"/>
                <a:ext cx="9178640" cy="145424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200" dirty="0"/>
                  <a:t> is continuous everywhere because it is composition of two functions;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And both are continuous everywhere.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B17A91-1A56-40E7-A8CB-8BFADD3FF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735" y="269160"/>
                <a:ext cx="9178640" cy="1454244"/>
              </a:xfrm>
              <a:prstGeom prst="rect">
                <a:avLst/>
              </a:prstGeom>
              <a:blipFill>
                <a:blip r:embed="rId2"/>
                <a:stretch>
                  <a:fillRect l="-796" t="-2075" b="-70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2C1D87B-40D4-4F7B-A6B7-6B454D73E64A}"/>
              </a:ext>
            </a:extLst>
          </p:cNvPr>
          <p:cNvSpPr/>
          <p:nvPr/>
        </p:nvSpPr>
        <p:spPr>
          <a:xfrm>
            <a:off x="339434" y="1628899"/>
            <a:ext cx="1579278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Example 4: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AE5F08-1006-4E78-89EC-8B911A256B4E}"/>
                  </a:ext>
                </a:extLst>
              </p:cNvPr>
              <p:cNvSpPr txBox="1"/>
              <p:nvPr/>
            </p:nvSpPr>
            <p:spPr>
              <a:xfrm>
                <a:off x="339435" y="2186247"/>
                <a:ext cx="3958245" cy="218886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Discuss continuity of the function</a:t>
                </a:r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0                   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at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AE5F08-1006-4E78-89EC-8B911A256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35" y="2186247"/>
                <a:ext cx="3958245" cy="2188869"/>
              </a:xfrm>
              <a:prstGeom prst="rect">
                <a:avLst/>
              </a:prstGeom>
              <a:blipFill>
                <a:blip r:embed="rId3"/>
                <a:stretch>
                  <a:fillRect l="-1843" t="-1662" b="-443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27C36F-ABD4-48A2-8F34-CD97CB9FB071}"/>
                  </a:ext>
                </a:extLst>
              </p:cNvPr>
              <p:cNvSpPr txBox="1"/>
              <p:nvPr/>
            </p:nvSpPr>
            <p:spPr>
              <a:xfrm>
                <a:off x="4481253" y="2186247"/>
                <a:ext cx="6932122" cy="338066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Solution:</a:t>
                </a:r>
              </a:p>
              <a:p>
                <a:r>
                  <a:rPr lang="en-US" sz="2200" dirty="0"/>
                  <a:t>Along the lines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</a:t>
                </a:r>
              </a:p>
              <a:p>
                <a:endParaRPr lang="en-US" sz="2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This limit changes with every value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therefore limit does not exist and function is discontinuous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r>
                  <a:rPr lang="en-US" sz="2200" dirty="0"/>
                  <a:t>. </a:t>
                </a:r>
                <a:endParaRPr lang="en-US" sz="22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27C36F-ABD4-48A2-8F34-CD97CB9FB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253" y="2186247"/>
                <a:ext cx="6932122" cy="3380669"/>
              </a:xfrm>
              <a:prstGeom prst="rect">
                <a:avLst/>
              </a:prstGeom>
              <a:blipFill>
                <a:blip r:embed="rId4"/>
                <a:stretch>
                  <a:fillRect l="-1054" t="-1079" b="-251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26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BBA04B-E793-4C6E-AD7E-8D7417CADEF9}"/>
              </a:ext>
            </a:extLst>
          </p:cNvPr>
          <p:cNvSpPr/>
          <p:nvPr/>
        </p:nvSpPr>
        <p:spPr>
          <a:xfrm>
            <a:off x="630380" y="232360"/>
            <a:ext cx="2516458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Practice Question: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CCE839-CF55-496B-9684-4EF1B8325D0F}"/>
                  </a:ext>
                </a:extLst>
              </p:cNvPr>
              <p:cNvSpPr txBox="1"/>
              <p:nvPr/>
            </p:nvSpPr>
            <p:spPr>
              <a:xfrm>
                <a:off x="547253" y="872413"/>
                <a:ext cx="3018907" cy="15066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Discuss continuity of the function at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CCE839-CF55-496B-9684-4EF1B8325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53" y="872413"/>
                <a:ext cx="3018907" cy="1506631"/>
              </a:xfrm>
              <a:prstGeom prst="rect">
                <a:avLst/>
              </a:prstGeom>
              <a:blipFill>
                <a:blip r:embed="rId2"/>
                <a:stretch>
                  <a:fillRect l="-2414" t="-2410" r="-24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ABF5FB5-7BD6-4302-A2D4-9F8614984927}"/>
              </a:ext>
            </a:extLst>
          </p:cNvPr>
          <p:cNvSpPr txBox="1"/>
          <p:nvPr/>
        </p:nvSpPr>
        <p:spPr>
          <a:xfrm>
            <a:off x="4746567" y="911277"/>
            <a:ext cx="5004262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Suggested Exercise 14.2: you can skip questions related to three </a:t>
            </a:r>
            <a:r>
              <a:rPr lang="en-US" sz="2400">
                <a:latin typeface="Algerian" panose="04020705040A02060702" pitchFamily="82" charset="0"/>
              </a:rPr>
              <a:t>variables.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2CBEC2-CDAE-4AF3-A6B9-D1793A2A6F4F}"/>
              </a:ext>
            </a:extLst>
          </p:cNvPr>
          <p:cNvSpPr txBox="1">
            <a:spLocks/>
          </p:cNvSpPr>
          <p:nvPr/>
        </p:nvSpPr>
        <p:spPr>
          <a:xfrm>
            <a:off x="464927" y="2438400"/>
            <a:ext cx="3167735" cy="990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Bahnschrift Condensed" panose="020B0502040204020203" pitchFamily="34" charset="0"/>
              </a:rPr>
              <a:t>The Extreme Value Theorem for Absolute Extrema for Single Variable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19824B-EB0E-4BEA-84FB-49E4E6A91E5F}"/>
                  </a:ext>
                </a:extLst>
              </p:cNvPr>
              <p:cNvSpPr/>
              <p:nvPr/>
            </p:nvSpPr>
            <p:spPr>
              <a:xfrm>
                <a:off x="3815542" y="2438400"/>
                <a:ext cx="7381701" cy="178510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is continuous on a closed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attains both an </a:t>
                </a:r>
                <a:r>
                  <a:rPr lang="en-US" sz="2200" b="1" dirty="0"/>
                  <a:t>absolute maximum value</a:t>
                </a:r>
                <a:r>
                  <a:rPr lang="en-US" sz="2200" dirty="0"/>
                  <a:t> M and an </a:t>
                </a:r>
                <a:r>
                  <a:rPr lang="en-US" sz="2200" b="1" dirty="0"/>
                  <a:t>absolute minimum value</a:t>
                </a:r>
                <a:r>
                  <a:rPr lang="en-US" sz="2200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200" dirty="0"/>
                  <a:t>m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That is there are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for every other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19824B-EB0E-4BEA-84FB-49E4E6A91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542" y="2438400"/>
                <a:ext cx="7381701" cy="1785104"/>
              </a:xfrm>
              <a:prstGeom prst="rect">
                <a:avLst/>
              </a:prstGeom>
              <a:blipFill>
                <a:blip r:embed="rId3"/>
                <a:stretch>
                  <a:fillRect l="-989" t="-2034" r="-1649" b="-54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4718555B-9EF8-47EB-A19D-8A67FEDDB01A}"/>
              </a:ext>
            </a:extLst>
          </p:cNvPr>
          <p:cNvSpPr txBox="1">
            <a:spLocks/>
          </p:cNvSpPr>
          <p:nvPr/>
        </p:nvSpPr>
        <p:spPr>
          <a:xfrm>
            <a:off x="464927" y="4571670"/>
            <a:ext cx="3167735" cy="990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Bahnschrift Condensed" panose="020B0502040204020203" pitchFamily="34" charset="0"/>
              </a:rPr>
              <a:t>The Extreme Value Theorem for Absolute Extrema for Functions of two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16747A-8F43-47D2-90D1-A44B2B947243}"/>
                  </a:ext>
                </a:extLst>
              </p:cNvPr>
              <p:cNvSpPr/>
              <p:nvPr/>
            </p:nvSpPr>
            <p:spPr>
              <a:xfrm>
                <a:off x="3724103" y="4571670"/>
                <a:ext cx="7523018" cy="1107996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continuous on a closed bounded set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/>
                  <a:t> in the plane 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attains an </a:t>
                </a:r>
                <a:r>
                  <a:rPr lang="en-US" sz="2200" b="1" dirty="0"/>
                  <a:t>absolute maximum value</a:t>
                </a:r>
                <a:r>
                  <a:rPr lang="en-US" sz="2200" dirty="0"/>
                  <a:t> at some point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/>
                  <a:t> and an </a:t>
                </a:r>
                <a:r>
                  <a:rPr lang="en-US" sz="2200" b="1" dirty="0"/>
                  <a:t>absolute minimum value</a:t>
                </a:r>
                <a:r>
                  <a:rPr lang="en-US" sz="2200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200" dirty="0"/>
                  <a:t>at some point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16747A-8F43-47D2-90D1-A44B2B94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103" y="4571670"/>
                <a:ext cx="7523018" cy="1107996"/>
              </a:xfrm>
              <a:prstGeom prst="rect">
                <a:avLst/>
              </a:prstGeom>
              <a:blipFill>
                <a:blip r:embed="rId4"/>
                <a:stretch>
                  <a:fillRect l="-971" t="-3261" r="-243" b="-92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E30B263-4A16-4D32-B47C-631A449E5DC2}"/>
              </a:ext>
            </a:extLst>
          </p:cNvPr>
          <p:cNvSpPr txBox="1"/>
          <p:nvPr/>
        </p:nvSpPr>
        <p:spPr>
          <a:xfrm>
            <a:off x="464926" y="3615614"/>
            <a:ext cx="3167735" cy="76944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Same is true for functions of several variables.</a:t>
            </a:r>
          </a:p>
        </p:txBody>
      </p:sp>
    </p:spTree>
    <p:extLst>
      <p:ext uri="{BB962C8B-B14F-4D97-AF65-F5344CB8AC3E}">
        <p14:creationId xmlns:p14="http://schemas.microsoft.com/office/powerpoint/2010/main" val="22572960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2550</TotalTime>
  <Words>753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Bahnschrift Condensed</vt:lpstr>
      <vt:lpstr>Calibri</vt:lpstr>
      <vt:lpstr>Calibri Light</vt:lpstr>
      <vt:lpstr>Cambria Math</vt:lpstr>
      <vt:lpstr>Courier New</vt:lpstr>
      <vt:lpstr>Retrospect</vt:lpstr>
      <vt:lpstr>MATH-234  Multivariable Calculus</vt:lpstr>
      <vt:lpstr>PowerPoint Presentation</vt:lpstr>
      <vt:lpstr>PowerPoint Presentation</vt:lpstr>
      <vt:lpstr>PowerPoint Presentation</vt:lpstr>
      <vt:lpstr>Continuity for Functions of Two Variables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243</cp:revision>
  <dcterms:created xsi:type="dcterms:W3CDTF">2026-01-17T17:08:00Z</dcterms:created>
  <dcterms:modified xsi:type="dcterms:W3CDTF">2026-02-09T04:22:02Z</dcterms:modified>
</cp:coreProperties>
</file>