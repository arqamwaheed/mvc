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DD1D-E653-401A-ABE0-6F078A5B2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E4193-93F0-4BCB-A2D7-347F1FDF9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12108-2FDC-457D-91CF-F922EBDC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095C-058A-40A3-8B9E-5EB4E3CB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BCE18-5B27-4D14-BD45-388DC3A4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6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2D32-893D-4957-88BA-F1667B77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DDA7-1BEB-4F6F-AE8D-4C28AB8FC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6967B-8207-42B4-9F01-DD960BABA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DE6F-C6FF-4C7A-B52B-810DB162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78827-4EFC-4D13-9705-DDEA568C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3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C7B8-EE32-450B-9190-9A57B393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CF85A-A56E-422C-B86E-DEF0F85DA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5A70-E8C4-4AFB-8511-FF55404D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C135-6F73-4649-96DB-AACACDE8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C478D-1009-42FD-BFC2-13B64C5B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2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320E-5622-4D61-9A42-62068054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4E0E-A5CD-41FB-BC1B-77450BAE6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7E124-E32F-428B-B47B-A815752A0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B7212-EF6E-467C-B6AF-B44494BA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4E9CD-71E0-40DF-9C72-A1CE2462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D6EA4-51B3-447B-870B-13CCC9FA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9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19BF-FAB6-4457-846B-06BA2B7B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54FFB-0D29-4572-8D51-7AAA0873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0A25F-99A2-4240-863D-F7852DC08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0FEA3-342D-4E60-8797-499E4A8D0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B3812-55CE-4721-A0D7-84C03B21A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55864-BFDD-4779-B54C-9F6C71AA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F67AF-8011-4407-B481-A1B60363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00694-64B6-47B7-8DFE-24D48135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4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DDEF-ED89-4F42-9075-FBFE08D0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1BB187-3489-4E82-A281-8BA37B51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E57F2-2AE1-4F1B-A280-BC5DA5B0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F6CFD-5079-42EE-8E78-BC1A948A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2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1AF45-AA21-4931-A258-D32CED6D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14735-6BD2-4401-8024-7A3DEAD2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E4390-F932-438F-985B-CDC32D96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DF3D-4ABA-472A-9DF8-03A6712D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43A4-069B-4BF8-B6AC-881F0BBED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B545A-982A-44C5-B5B5-7E93B724A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6E01F-B591-41AC-8884-FCF007B5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FCC17-BB7F-4220-B2BD-CA5A4E2B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952F1-27FE-4A9E-B3BA-C0900F28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2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EFEF-90C7-45B7-B1AF-5FEDE18C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B9351-6233-4274-8253-19E8A6263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3E246-5B81-4E5B-A3FC-E5913E692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EE68-15E2-4BDE-8DE4-BB756D0CA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15B35-ADB7-4FD6-9549-EE910115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A11B0-1154-434A-AA7C-16B0C45A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6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DBC2-6526-492E-BF8F-8EB95E57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27562-298B-4823-ABD6-6AD2C4B8D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1810-EDCB-4D99-9A9B-DFAA5793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AC62-29CB-482C-96D8-66D6329A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ADFBD-85A4-4D6D-8BCF-6A230B69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7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F0147-FC9E-43DF-A9FA-9D0506572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2BD77-55DD-409B-97B6-279A0F90E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08E7D-6C2A-4D53-95E3-3BD2EA5F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E5FC-A1BA-4815-A95D-07056B40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861A5-C8BF-4DB8-A925-90C25C5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3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4B6B05-5D54-43C1-8CD4-E14BBF84F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F73EF-62C1-4F78-82A8-61E0A9405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95902-FE9C-4067-867C-3BECCA54A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E3C4C-FB56-42C2-A22E-FE2DD14B838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513B5-F736-41FA-930B-44ACFCD58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70C29-0F2C-4BB4-9702-22CFC140B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2C7C4-E3E9-41A5-95B2-0E43D10E5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91BF-FE91-407C-97BC-C07951C85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5E2C0-DB2A-4086-B658-39DD78C81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6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662ED37-A5FF-4CBD-A25E-4E74B1C4C48C}"/>
                  </a:ext>
                </a:extLst>
              </p:cNvPr>
              <p:cNvSpPr/>
              <p:nvPr/>
            </p:nvSpPr>
            <p:spPr>
              <a:xfrm>
                <a:off x="1324494" y="519397"/>
                <a:ext cx="9543011" cy="52512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Consider the surface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</a:pPr>
                <a:r>
                  <a:rPr lang="en-US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Identify</a:t>
                </a: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(Find) the direction in which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decreases most rapidly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3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</a:pPr>
                <a:r>
                  <a:rPr lang="en-US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Describe</a:t>
                </a: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(Write) equation of tangent plane and normal line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Describe</a:t>
                </a:r>
                <a:r>
                  <a:rPr lang="en-US" sz="2800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(Write) the equation of tangent line to level curve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662ED37-A5FF-4CBD-A25E-4E74B1C4C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494" y="519397"/>
                <a:ext cx="9543011" cy="5251246"/>
              </a:xfrm>
              <a:prstGeom prst="rect">
                <a:avLst/>
              </a:prstGeom>
              <a:blipFill>
                <a:blip r:embed="rId2"/>
                <a:stretch>
                  <a:fillRect l="-1341" t="-464" r="-1277" b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78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Quiz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3</dc:title>
  <dc:creator>Admin</dc:creator>
  <cp:lastModifiedBy>Admin</cp:lastModifiedBy>
  <cp:revision>3</cp:revision>
  <dcterms:created xsi:type="dcterms:W3CDTF">2026-02-25T05:07:07Z</dcterms:created>
  <dcterms:modified xsi:type="dcterms:W3CDTF">2026-02-26T04:58:26Z</dcterms:modified>
</cp:coreProperties>
</file>